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8" r:id="rId5"/>
    <p:sldId id="327" r:id="rId6"/>
    <p:sldId id="329" r:id="rId7"/>
    <p:sldId id="331" r:id="rId8"/>
    <p:sldId id="333" r:id="rId9"/>
    <p:sldId id="334" r:id="rId10"/>
    <p:sldId id="335" r:id="rId11"/>
    <p:sldId id="336" r:id="rId12"/>
    <p:sldId id="338" r:id="rId13"/>
    <p:sldId id="337" r:id="rId14"/>
    <p:sldId id="339" r:id="rId15"/>
    <p:sldId id="340" r:id="rId16"/>
    <p:sldId id="259" r:id="rId17"/>
    <p:sldId id="341" r:id="rId18"/>
    <p:sldId id="342" r:id="rId19"/>
    <p:sldId id="343" r:id="rId20"/>
    <p:sldId id="344" r:id="rId21"/>
    <p:sldId id="345" r:id="rId22"/>
    <p:sldId id="346" r:id="rId23"/>
    <p:sldId id="347" r:id="rId24"/>
    <p:sldId id="348" r:id="rId25"/>
    <p:sldId id="349" r:id="rId26"/>
    <p:sldId id="352" r:id="rId27"/>
    <p:sldId id="351" r:id="rId28"/>
  </p:sldIdLst>
  <p:sldSz cx="9144000" cy="5143500"/>
  <p:notesSz cx="6858000" cy="9144000"/>
  <p:embeddedFontLst>
    <p:embeddedFont>
      <p:font typeface="Chakra Petch" panose="00000500000000000000"/>
      <p:regular r:id="rId32"/>
    </p:embeddedFont>
    <p:embeddedFont>
      <p:font typeface="Exo"/>
      <p:regular r:id="rId33"/>
    </p:embeddedFont>
    <p:embeddedFont>
      <p:font typeface="Exo 2"/>
      <p:regular r:id="rId34"/>
      <p:bold r:id="rId35"/>
      <p:italic r:id="rId36"/>
      <p:boldItalic r:id="rId37"/>
    </p:embeddedFont>
    <p:embeddedFont>
      <p:font typeface="Bahnschrift Light" panose="020B0502040204020203" charset="0"/>
      <p:regular r:id="rId38"/>
    </p:embeddedFont>
    <p:embeddedFont>
      <p:font typeface="Bahnschrift SemiLight" panose="020B0502040204020203" charset="0"/>
      <p:regular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font" Target="fonts/font8.fntdata"/><Relationship Id="rId38" Type="http://schemas.openxmlformats.org/officeDocument/2006/relationships/font" Target="fonts/font7.fntdata"/><Relationship Id="rId37" Type="http://schemas.openxmlformats.org/officeDocument/2006/relationships/font" Target="fonts/font6.fntdata"/><Relationship Id="rId36" Type="http://schemas.openxmlformats.org/officeDocument/2006/relationships/font" Target="fonts/font5.fntdata"/><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4" name="Shape 204"/>
        <p:cNvGrpSpPr/>
        <p:nvPr/>
      </p:nvGrpSpPr>
      <p:grpSpPr>
        <a:xfrm>
          <a:off x="0" y="0"/>
          <a:ext cx="0" cy="0"/>
          <a:chOff x="0" y="0"/>
          <a:chExt cx="0" cy="0"/>
        </a:xfrm>
      </p:grpSpPr>
      <p:sp>
        <p:nvSpPr>
          <p:cNvPr id="205" name="Google Shape;205;g898feb88a6_0_11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898feb88a6_0_1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5" name="Shape 615"/>
        <p:cNvGrpSpPr/>
        <p:nvPr/>
      </p:nvGrpSpPr>
      <p:grpSpPr>
        <a:xfrm>
          <a:off x="0" y="0"/>
          <a:ext cx="0" cy="0"/>
          <a:chOff x="0" y="0"/>
          <a:chExt cx="0" cy="0"/>
        </a:xfrm>
      </p:grpSpPr>
      <p:sp>
        <p:nvSpPr>
          <p:cNvPr id="616" name="Google Shape;616;gba18735c77_1_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ba18735c77_1_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1" name="Shape 601"/>
        <p:cNvGrpSpPr/>
        <p:nvPr/>
      </p:nvGrpSpPr>
      <p:grpSpPr>
        <a:xfrm>
          <a:off x="0" y="0"/>
          <a:ext cx="0" cy="0"/>
          <a:chOff x="0" y="0"/>
          <a:chExt cx="0" cy="0"/>
        </a:xfrm>
      </p:grpSpPr>
      <p:sp>
        <p:nvSpPr>
          <p:cNvPr id="602" name="Google Shape;602;gba18735c77_1_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ba18735c77_1_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 name="Shape 266"/>
        <p:cNvGrpSpPr/>
        <p:nvPr/>
      </p:nvGrpSpPr>
      <p:grpSpPr>
        <a:xfrm>
          <a:off x="0" y="0"/>
          <a:ext cx="0" cy="0"/>
          <a:chOff x="0" y="0"/>
          <a:chExt cx="0" cy="0"/>
        </a:xfrm>
      </p:grpSpPr>
      <p:sp>
        <p:nvSpPr>
          <p:cNvPr id="267" name="Google Shape;267;gba18735c77_1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ba18735c77_1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5" name="Shape 615"/>
        <p:cNvGrpSpPr/>
        <p:nvPr/>
      </p:nvGrpSpPr>
      <p:grpSpPr>
        <a:xfrm>
          <a:off x="0" y="0"/>
          <a:ext cx="0" cy="0"/>
          <a:chOff x="0" y="0"/>
          <a:chExt cx="0" cy="0"/>
        </a:xfrm>
      </p:grpSpPr>
      <p:sp>
        <p:nvSpPr>
          <p:cNvPr id="616" name="Google Shape;616;gba18735c77_1_3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gba18735c77_1_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5" name="Shape 245"/>
        <p:cNvGrpSpPr/>
        <p:nvPr/>
      </p:nvGrpSpPr>
      <p:grpSpPr>
        <a:xfrm>
          <a:off x="0" y="0"/>
          <a:ext cx="0" cy="0"/>
          <a:chOff x="0" y="0"/>
          <a:chExt cx="0" cy="0"/>
        </a:xfrm>
      </p:grpSpPr>
      <p:sp>
        <p:nvSpPr>
          <p:cNvPr id="246" name="Google Shape;246;gba18735c77_1_2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ba18735c77_1_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8" name="Shape 608"/>
        <p:cNvGrpSpPr/>
        <p:nvPr/>
      </p:nvGrpSpPr>
      <p:grpSpPr>
        <a:xfrm>
          <a:off x="0" y="0"/>
          <a:ext cx="0" cy="0"/>
          <a:chOff x="0" y="0"/>
          <a:chExt cx="0" cy="0"/>
        </a:xfrm>
      </p:grpSpPr>
      <p:sp>
        <p:nvSpPr>
          <p:cNvPr id="609" name="Google Shape;609;gba18735c77_1_2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0" name="Google Shape;610;gba18735c77_1_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1" name="Shape 641"/>
        <p:cNvGrpSpPr/>
        <p:nvPr/>
      </p:nvGrpSpPr>
      <p:grpSpPr>
        <a:xfrm>
          <a:off x="0" y="0"/>
          <a:ext cx="0" cy="0"/>
          <a:chOff x="0" y="0"/>
          <a:chExt cx="0" cy="0"/>
        </a:xfrm>
      </p:grpSpPr>
      <p:sp>
        <p:nvSpPr>
          <p:cNvPr id="642" name="Google Shape;642;gba18735c77_1_5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ba18735c77_1_5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3" name="Shape 253"/>
        <p:cNvGrpSpPr/>
        <p:nvPr/>
      </p:nvGrpSpPr>
      <p:grpSpPr>
        <a:xfrm>
          <a:off x="0" y="0"/>
          <a:ext cx="0" cy="0"/>
          <a:chOff x="0" y="0"/>
          <a:chExt cx="0" cy="0"/>
        </a:xfrm>
      </p:grpSpPr>
      <p:sp>
        <p:nvSpPr>
          <p:cNvPr id="254" name="Google Shape;254;g898feb88a6_1_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898feb88a6_1_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1"/>
          </p:nvPr>
        </p:nvSpPr>
        <p:spPr/>
        <p:txBody>
          <a:bodyPr/>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7" name="Shape 1227"/>
        <p:cNvGrpSpPr/>
        <p:nvPr/>
      </p:nvGrpSpPr>
      <p:grpSpPr>
        <a:xfrm>
          <a:off x="0" y="0"/>
          <a:ext cx="0" cy="0"/>
          <a:chOff x="0" y="0"/>
          <a:chExt cx="0" cy="0"/>
        </a:xfrm>
      </p:grpSpPr>
      <p:sp>
        <p:nvSpPr>
          <p:cNvPr id="1228" name="Google Shape;1228;gba18735c77_1_13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9" name="Google Shape;1229;gba18735c77_1_13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4" name="Shape 224"/>
        <p:cNvGrpSpPr/>
        <p:nvPr/>
      </p:nvGrpSpPr>
      <p:grpSpPr>
        <a:xfrm>
          <a:off x="0" y="0"/>
          <a:ext cx="0" cy="0"/>
          <a:chOff x="0" y="0"/>
          <a:chExt cx="0" cy="0"/>
        </a:xfrm>
      </p:grpSpPr>
      <p:sp>
        <p:nvSpPr>
          <p:cNvPr id="225" name="Google Shape;225;g898feb88a6_0_35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898feb88a6_0_35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01" name="Shape 601"/>
        <p:cNvGrpSpPr/>
        <p:nvPr/>
      </p:nvGrpSpPr>
      <p:grpSpPr>
        <a:xfrm>
          <a:off x="0" y="0"/>
          <a:ext cx="0" cy="0"/>
          <a:chOff x="0" y="0"/>
          <a:chExt cx="0" cy="0"/>
        </a:xfrm>
      </p:grpSpPr>
      <p:sp>
        <p:nvSpPr>
          <p:cNvPr id="602" name="Google Shape;602;gba18735c77_1_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ba18735c77_1_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1" name="Shape 1141"/>
        <p:cNvGrpSpPr/>
        <p:nvPr/>
      </p:nvGrpSpPr>
      <p:grpSpPr>
        <a:xfrm>
          <a:off x="0" y="0"/>
          <a:ext cx="0" cy="0"/>
          <a:chOff x="0" y="0"/>
          <a:chExt cx="0" cy="0"/>
        </a:xfrm>
      </p:grpSpPr>
      <p:sp>
        <p:nvSpPr>
          <p:cNvPr id="1142" name="Google Shape;1142;gba5707d803_1_1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3" name="Google Shape;1143;gba5707d803_1_1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76" name="Shape 876"/>
        <p:cNvGrpSpPr/>
        <p:nvPr/>
      </p:nvGrpSpPr>
      <p:grpSpPr>
        <a:xfrm>
          <a:off x="0" y="0"/>
          <a:ext cx="0" cy="0"/>
          <a:chOff x="0" y="0"/>
          <a:chExt cx="0" cy="0"/>
        </a:xfrm>
      </p:grpSpPr>
      <p:sp>
        <p:nvSpPr>
          <p:cNvPr id="877" name="Google Shape;877;gbc93b2c35b_1_9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8" name="Google Shape;878;gbc93b2c35b_1_9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6" name="Shape 1046"/>
        <p:cNvGrpSpPr/>
        <p:nvPr/>
      </p:nvGrpSpPr>
      <p:grpSpPr>
        <a:xfrm>
          <a:off x="0" y="0"/>
          <a:ext cx="0" cy="0"/>
          <a:chOff x="0" y="0"/>
          <a:chExt cx="0" cy="0"/>
        </a:xfrm>
      </p:grpSpPr>
      <p:sp>
        <p:nvSpPr>
          <p:cNvPr id="1047" name="Google Shape;1047;gbc93b2c35b_1_35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 name="Google Shape;1048;gbc93b2c35b_1_35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2" name="Shape 302"/>
        <p:cNvGrpSpPr/>
        <p:nvPr/>
      </p:nvGrpSpPr>
      <p:grpSpPr>
        <a:xfrm>
          <a:off x="0" y="0"/>
          <a:ext cx="0" cy="0"/>
          <a:chOff x="0" y="0"/>
          <a:chExt cx="0" cy="0"/>
        </a:xfrm>
      </p:grpSpPr>
      <p:sp>
        <p:nvSpPr>
          <p:cNvPr id="303" name="Google Shape;303;gba18735c77_1_8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ba18735c77_1_8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8" name="Shape 808"/>
        <p:cNvGrpSpPr/>
        <p:nvPr/>
      </p:nvGrpSpPr>
      <p:grpSpPr>
        <a:xfrm>
          <a:off x="0" y="0"/>
          <a:ext cx="0" cy="0"/>
          <a:chOff x="0" y="0"/>
          <a:chExt cx="0" cy="0"/>
        </a:xfrm>
      </p:grpSpPr>
      <p:sp>
        <p:nvSpPr>
          <p:cNvPr id="809" name="Google Shape;809;gba18735c77_1_8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0" name="Google Shape;810;gba18735c77_1_8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1" name="Shape 361"/>
        <p:cNvGrpSpPr/>
        <p:nvPr/>
      </p:nvGrpSpPr>
      <p:grpSpPr>
        <a:xfrm>
          <a:off x="0" y="0"/>
          <a:ext cx="0" cy="0"/>
          <a:chOff x="0" y="0"/>
          <a:chExt cx="0" cy="0"/>
        </a:xfrm>
      </p:grpSpPr>
      <p:sp>
        <p:nvSpPr>
          <p:cNvPr id="362" name="Google Shape;362;gba18735c77_1_3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ba18735c77_1_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6" name="Shape 706"/>
        <p:cNvGrpSpPr/>
        <p:nvPr/>
      </p:nvGrpSpPr>
      <p:grpSpPr>
        <a:xfrm>
          <a:off x="0" y="0"/>
          <a:ext cx="0" cy="0"/>
          <a:chOff x="0" y="0"/>
          <a:chExt cx="0" cy="0"/>
        </a:xfrm>
      </p:grpSpPr>
      <p:sp>
        <p:nvSpPr>
          <p:cNvPr id="707" name="Google Shape;707;gba18735c77_1_12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ba18735c77_1_1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9" name="Shape 849"/>
        <p:cNvGrpSpPr/>
        <p:nvPr/>
      </p:nvGrpSpPr>
      <p:grpSpPr>
        <a:xfrm>
          <a:off x="0" y="0"/>
          <a:ext cx="0" cy="0"/>
          <a:chOff x="0" y="0"/>
          <a:chExt cx="0" cy="0"/>
        </a:xfrm>
      </p:grpSpPr>
      <p:sp>
        <p:nvSpPr>
          <p:cNvPr id="850" name="Google Shape;850;gbc93b2c35b_1_3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1" name="Google Shape;851;gbc93b2c35b_1_3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4" Type="http://schemas.openxmlformats.org/officeDocument/2006/relationships/hyperlink" Target="http://bit.ly/2TtBDfr" TargetMode="External"/><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822325" y="1813400"/>
            <a:ext cx="4893600" cy="2258400"/>
          </a:xfrm>
          <a:prstGeom prst="rect">
            <a:avLst/>
          </a:prstGeom>
        </p:spPr>
        <p:txBody>
          <a:bodyPr spcFirstLastPara="1" wrap="square" lIns="91425" tIns="91425" rIns="91425" bIns="91425" anchor="b" anchorCtr="0">
            <a:noAutofit/>
          </a:bodyPr>
          <a:lstStyle>
            <a:lvl1pPr lvl="0" algn="l">
              <a:lnSpc>
                <a:spcPct val="80000"/>
              </a:lnSpc>
              <a:spcBef>
                <a:spcPts val="0"/>
              </a:spcBef>
              <a:spcAft>
                <a:spcPts val="0"/>
              </a:spcAft>
              <a:buSzPts val="7200"/>
              <a:buNone/>
              <a:defRPr sz="6000"/>
            </a:lvl1pPr>
            <a:lvl2pPr lvl="1" algn="ctr">
              <a:lnSpc>
                <a:spcPct val="80000"/>
              </a:lnSpc>
              <a:spcBef>
                <a:spcPts val="0"/>
              </a:spcBef>
              <a:spcAft>
                <a:spcPts val="0"/>
              </a:spcAft>
              <a:buSzPts val="7200"/>
              <a:buNone/>
              <a:defRPr sz="7200"/>
            </a:lvl2pPr>
            <a:lvl3pPr lvl="2" algn="ctr">
              <a:lnSpc>
                <a:spcPct val="80000"/>
              </a:lnSpc>
              <a:spcBef>
                <a:spcPts val="0"/>
              </a:spcBef>
              <a:spcAft>
                <a:spcPts val="0"/>
              </a:spcAft>
              <a:buSzPts val="7200"/>
              <a:buNone/>
              <a:defRPr sz="7200"/>
            </a:lvl3pPr>
            <a:lvl4pPr lvl="3" algn="ctr">
              <a:lnSpc>
                <a:spcPct val="80000"/>
              </a:lnSpc>
              <a:spcBef>
                <a:spcPts val="0"/>
              </a:spcBef>
              <a:spcAft>
                <a:spcPts val="0"/>
              </a:spcAft>
              <a:buSzPts val="7200"/>
              <a:buNone/>
              <a:defRPr sz="7200"/>
            </a:lvl4pPr>
            <a:lvl5pPr lvl="4" algn="ctr">
              <a:lnSpc>
                <a:spcPct val="80000"/>
              </a:lnSpc>
              <a:spcBef>
                <a:spcPts val="0"/>
              </a:spcBef>
              <a:spcAft>
                <a:spcPts val="0"/>
              </a:spcAft>
              <a:buSzPts val="7200"/>
              <a:buNone/>
              <a:defRPr sz="7200"/>
            </a:lvl5pPr>
            <a:lvl6pPr lvl="5" algn="ctr">
              <a:lnSpc>
                <a:spcPct val="80000"/>
              </a:lnSpc>
              <a:spcBef>
                <a:spcPts val="0"/>
              </a:spcBef>
              <a:spcAft>
                <a:spcPts val="0"/>
              </a:spcAft>
              <a:buSzPts val="7200"/>
              <a:buNone/>
              <a:defRPr sz="7200"/>
            </a:lvl6pPr>
            <a:lvl7pPr lvl="6" algn="ctr">
              <a:lnSpc>
                <a:spcPct val="80000"/>
              </a:lnSpc>
              <a:spcBef>
                <a:spcPts val="0"/>
              </a:spcBef>
              <a:spcAft>
                <a:spcPts val="0"/>
              </a:spcAft>
              <a:buSzPts val="7200"/>
              <a:buNone/>
              <a:defRPr sz="7200"/>
            </a:lvl7pPr>
            <a:lvl8pPr lvl="7" algn="ctr">
              <a:lnSpc>
                <a:spcPct val="80000"/>
              </a:lnSpc>
              <a:spcBef>
                <a:spcPts val="0"/>
              </a:spcBef>
              <a:spcAft>
                <a:spcPts val="0"/>
              </a:spcAft>
              <a:buSzPts val="7200"/>
              <a:buNone/>
              <a:defRPr sz="7200"/>
            </a:lvl8pPr>
            <a:lvl9pPr lvl="8" algn="ctr">
              <a:lnSpc>
                <a:spcPct val="80000"/>
              </a:lnSpc>
              <a:spcBef>
                <a:spcPts val="0"/>
              </a:spcBef>
              <a:spcAft>
                <a:spcPts val="0"/>
              </a:spcAft>
              <a:buSzPts val="7200"/>
              <a:buNone/>
              <a:defRPr sz="7200"/>
            </a:lvl9pPr>
          </a:lstStyle>
          <a:p/>
        </p:txBody>
      </p:sp>
      <p:sp>
        <p:nvSpPr>
          <p:cNvPr id="10" name="Google Shape;10;p2"/>
          <p:cNvSpPr txBox="1"/>
          <p:nvPr>
            <p:ph type="subTitle" idx="1"/>
          </p:nvPr>
        </p:nvSpPr>
        <p:spPr>
          <a:xfrm>
            <a:off x="6188875" y="2148500"/>
            <a:ext cx="1977900" cy="15882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accent1"/>
              </a:buClr>
              <a:buSzPts val="2400"/>
              <a:buNone/>
              <a:defRPr sz="2400">
                <a:solidFill>
                  <a:schemeClr val="accent1"/>
                </a:solidFill>
              </a:defRPr>
            </a:lvl1pPr>
            <a:lvl2pPr lvl="1" algn="ctr">
              <a:lnSpc>
                <a:spcPct val="100000"/>
              </a:lnSpc>
              <a:spcBef>
                <a:spcPts val="0"/>
              </a:spcBef>
              <a:spcAft>
                <a:spcPts val="0"/>
              </a:spcAft>
              <a:buClr>
                <a:schemeClr val="accent1"/>
              </a:buClr>
              <a:buSzPts val="2400"/>
              <a:buNone/>
              <a:defRPr sz="2400">
                <a:solidFill>
                  <a:schemeClr val="accent1"/>
                </a:solidFill>
              </a:defRPr>
            </a:lvl2pPr>
            <a:lvl3pPr lvl="2" algn="ctr">
              <a:lnSpc>
                <a:spcPct val="100000"/>
              </a:lnSpc>
              <a:spcBef>
                <a:spcPts val="0"/>
              </a:spcBef>
              <a:spcAft>
                <a:spcPts val="0"/>
              </a:spcAft>
              <a:buClr>
                <a:schemeClr val="accent1"/>
              </a:buClr>
              <a:buSzPts val="2400"/>
              <a:buNone/>
              <a:defRPr sz="2400">
                <a:solidFill>
                  <a:schemeClr val="accent1"/>
                </a:solidFill>
              </a:defRPr>
            </a:lvl3pPr>
            <a:lvl4pPr lvl="3" algn="ctr">
              <a:lnSpc>
                <a:spcPct val="100000"/>
              </a:lnSpc>
              <a:spcBef>
                <a:spcPts val="0"/>
              </a:spcBef>
              <a:spcAft>
                <a:spcPts val="0"/>
              </a:spcAft>
              <a:buClr>
                <a:schemeClr val="accent1"/>
              </a:buClr>
              <a:buSzPts val="2400"/>
              <a:buNone/>
              <a:defRPr sz="2400">
                <a:solidFill>
                  <a:schemeClr val="accent1"/>
                </a:solidFill>
              </a:defRPr>
            </a:lvl4pPr>
            <a:lvl5pPr lvl="4" algn="ctr">
              <a:lnSpc>
                <a:spcPct val="100000"/>
              </a:lnSpc>
              <a:spcBef>
                <a:spcPts val="0"/>
              </a:spcBef>
              <a:spcAft>
                <a:spcPts val="0"/>
              </a:spcAft>
              <a:buClr>
                <a:schemeClr val="accent1"/>
              </a:buClr>
              <a:buSzPts val="2400"/>
              <a:buNone/>
              <a:defRPr sz="2400">
                <a:solidFill>
                  <a:schemeClr val="accent1"/>
                </a:solidFill>
              </a:defRPr>
            </a:lvl5pPr>
            <a:lvl6pPr lvl="5" algn="ctr">
              <a:lnSpc>
                <a:spcPct val="100000"/>
              </a:lnSpc>
              <a:spcBef>
                <a:spcPts val="0"/>
              </a:spcBef>
              <a:spcAft>
                <a:spcPts val="0"/>
              </a:spcAft>
              <a:buClr>
                <a:schemeClr val="accent1"/>
              </a:buClr>
              <a:buSzPts val="2400"/>
              <a:buNone/>
              <a:defRPr sz="2400">
                <a:solidFill>
                  <a:schemeClr val="accent1"/>
                </a:solidFill>
              </a:defRPr>
            </a:lvl6pPr>
            <a:lvl7pPr lvl="6" algn="ctr">
              <a:lnSpc>
                <a:spcPct val="100000"/>
              </a:lnSpc>
              <a:spcBef>
                <a:spcPts val="0"/>
              </a:spcBef>
              <a:spcAft>
                <a:spcPts val="0"/>
              </a:spcAft>
              <a:buClr>
                <a:schemeClr val="accent1"/>
              </a:buClr>
              <a:buSzPts val="2400"/>
              <a:buNone/>
              <a:defRPr sz="2400">
                <a:solidFill>
                  <a:schemeClr val="accent1"/>
                </a:solidFill>
              </a:defRPr>
            </a:lvl7pPr>
            <a:lvl8pPr lvl="7" algn="ctr">
              <a:lnSpc>
                <a:spcPct val="100000"/>
              </a:lnSpc>
              <a:spcBef>
                <a:spcPts val="0"/>
              </a:spcBef>
              <a:spcAft>
                <a:spcPts val="0"/>
              </a:spcAft>
              <a:buClr>
                <a:schemeClr val="accent1"/>
              </a:buClr>
              <a:buSzPts val="2400"/>
              <a:buNone/>
              <a:defRPr sz="2400">
                <a:solidFill>
                  <a:schemeClr val="accent1"/>
                </a:solidFill>
              </a:defRPr>
            </a:lvl8pPr>
            <a:lvl9pPr lvl="8" algn="ctr">
              <a:lnSpc>
                <a:spcPct val="100000"/>
              </a:lnSpc>
              <a:spcBef>
                <a:spcPts val="0"/>
              </a:spcBef>
              <a:spcAft>
                <a:spcPts val="0"/>
              </a:spcAft>
              <a:buClr>
                <a:schemeClr val="accent1"/>
              </a:buClr>
              <a:buSzPts val="2400"/>
              <a:buNone/>
              <a:defRPr sz="2400">
                <a:solidFill>
                  <a:schemeClr val="accent1"/>
                </a:solidFill>
              </a:defRPr>
            </a:lvl9pPr>
          </a:lstStyle>
          <a:p/>
        </p:txBody>
      </p:sp>
      <p:sp>
        <p:nvSpPr>
          <p:cNvPr id="11" name="Google Shape;11;p2"/>
          <p:cNvSpPr/>
          <p:nvPr/>
        </p:nvSpPr>
        <p:spPr>
          <a:xfrm>
            <a:off x="8287650" y="8050"/>
            <a:ext cx="862500" cy="51435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2;p2"/>
          <p:cNvSpPr/>
          <p:nvPr/>
        </p:nvSpPr>
        <p:spPr>
          <a:xfrm rot="5400000">
            <a:off x="4139850" y="-4147800"/>
            <a:ext cx="862500" cy="91581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12800" y="1287329"/>
            <a:ext cx="4118400" cy="1880400"/>
          </a:xfrm>
          <a:prstGeom prst="rect">
            <a:avLst/>
          </a:prstGeom>
        </p:spPr>
        <p:txBody>
          <a:bodyPr spcFirstLastPara="1" wrap="square" lIns="91425" tIns="91425" rIns="91425" bIns="91425" anchor="ctr" anchorCtr="0">
            <a:noAutofit/>
          </a:bodyPr>
          <a:lstStyle>
            <a:lvl1pPr lvl="0" algn="l">
              <a:spcBef>
                <a:spcPts val="0"/>
              </a:spcBef>
              <a:spcAft>
                <a:spcPts val="0"/>
              </a:spcAft>
              <a:buSzPts val="6000"/>
              <a:buNone/>
              <a:defRPr sz="52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
        <p:nvSpPr>
          <p:cNvPr id="15" name="Google Shape;15;p3"/>
          <p:cNvSpPr txBox="1"/>
          <p:nvPr>
            <p:ph type="title" idx="2" hasCustomPrompt="1"/>
          </p:nvPr>
        </p:nvSpPr>
        <p:spPr>
          <a:xfrm>
            <a:off x="416955" y="1994550"/>
            <a:ext cx="1671000" cy="12621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7200"/>
              <a:buNone/>
              <a:defRPr sz="8900">
                <a:solidFill>
                  <a:schemeClr val="lt1"/>
                </a:solidFill>
              </a:defRPr>
            </a:lvl1pPr>
            <a:lvl2pPr lvl="1" algn="ctr" rtl="0">
              <a:spcBef>
                <a:spcPts val="0"/>
              </a:spcBef>
              <a:spcAft>
                <a:spcPts val="0"/>
              </a:spcAft>
              <a:buClr>
                <a:schemeClr val="accent1"/>
              </a:buClr>
              <a:buSzPts val="7200"/>
              <a:buNone/>
              <a:defRPr sz="7200">
                <a:solidFill>
                  <a:schemeClr val="accent1"/>
                </a:solidFill>
              </a:defRPr>
            </a:lvl2pPr>
            <a:lvl3pPr lvl="2" algn="ctr" rtl="0">
              <a:spcBef>
                <a:spcPts val="0"/>
              </a:spcBef>
              <a:spcAft>
                <a:spcPts val="0"/>
              </a:spcAft>
              <a:buClr>
                <a:schemeClr val="accent1"/>
              </a:buClr>
              <a:buSzPts val="7200"/>
              <a:buNone/>
              <a:defRPr sz="7200">
                <a:solidFill>
                  <a:schemeClr val="accent1"/>
                </a:solidFill>
              </a:defRPr>
            </a:lvl3pPr>
            <a:lvl4pPr lvl="3" algn="ctr" rtl="0">
              <a:spcBef>
                <a:spcPts val="0"/>
              </a:spcBef>
              <a:spcAft>
                <a:spcPts val="0"/>
              </a:spcAft>
              <a:buClr>
                <a:schemeClr val="accent1"/>
              </a:buClr>
              <a:buSzPts val="7200"/>
              <a:buNone/>
              <a:defRPr sz="7200">
                <a:solidFill>
                  <a:schemeClr val="accent1"/>
                </a:solidFill>
              </a:defRPr>
            </a:lvl4pPr>
            <a:lvl5pPr lvl="4" algn="ctr" rtl="0">
              <a:spcBef>
                <a:spcPts val="0"/>
              </a:spcBef>
              <a:spcAft>
                <a:spcPts val="0"/>
              </a:spcAft>
              <a:buClr>
                <a:schemeClr val="accent1"/>
              </a:buClr>
              <a:buSzPts val="7200"/>
              <a:buNone/>
              <a:defRPr sz="7200">
                <a:solidFill>
                  <a:schemeClr val="accent1"/>
                </a:solidFill>
              </a:defRPr>
            </a:lvl5pPr>
            <a:lvl6pPr lvl="5" algn="ctr" rtl="0">
              <a:spcBef>
                <a:spcPts val="0"/>
              </a:spcBef>
              <a:spcAft>
                <a:spcPts val="0"/>
              </a:spcAft>
              <a:buClr>
                <a:schemeClr val="accent1"/>
              </a:buClr>
              <a:buSzPts val="7200"/>
              <a:buNone/>
              <a:defRPr sz="7200">
                <a:solidFill>
                  <a:schemeClr val="accent1"/>
                </a:solidFill>
              </a:defRPr>
            </a:lvl6pPr>
            <a:lvl7pPr lvl="6" algn="ctr" rtl="0">
              <a:spcBef>
                <a:spcPts val="0"/>
              </a:spcBef>
              <a:spcAft>
                <a:spcPts val="0"/>
              </a:spcAft>
              <a:buClr>
                <a:schemeClr val="accent1"/>
              </a:buClr>
              <a:buSzPts val="7200"/>
              <a:buNone/>
              <a:defRPr sz="7200">
                <a:solidFill>
                  <a:schemeClr val="accent1"/>
                </a:solidFill>
              </a:defRPr>
            </a:lvl7pPr>
            <a:lvl8pPr lvl="7" algn="ctr" rtl="0">
              <a:spcBef>
                <a:spcPts val="0"/>
              </a:spcBef>
              <a:spcAft>
                <a:spcPts val="0"/>
              </a:spcAft>
              <a:buClr>
                <a:schemeClr val="accent1"/>
              </a:buClr>
              <a:buSzPts val="7200"/>
              <a:buNone/>
              <a:defRPr sz="7200">
                <a:solidFill>
                  <a:schemeClr val="accent1"/>
                </a:solidFill>
              </a:defRPr>
            </a:lvl8pPr>
            <a:lvl9pPr lvl="8" algn="ctr" rtl="0">
              <a:spcBef>
                <a:spcPts val="0"/>
              </a:spcBef>
              <a:spcAft>
                <a:spcPts val="0"/>
              </a:spcAft>
              <a:buClr>
                <a:schemeClr val="accent1"/>
              </a:buClr>
              <a:buSzPts val="7200"/>
              <a:buNone/>
              <a:defRPr sz="7200">
                <a:solidFill>
                  <a:schemeClr val="accent1"/>
                </a:solidFill>
              </a:defRPr>
            </a:lvl9pPr>
          </a:lstStyle>
          <a:p>
            <a:r>
              <a:t>xx%</a:t>
            </a:r>
          </a:p>
        </p:txBody>
      </p:sp>
      <p:sp>
        <p:nvSpPr>
          <p:cNvPr id="16" name="Google Shape;16;p3"/>
          <p:cNvSpPr txBox="1"/>
          <p:nvPr>
            <p:ph type="subTitle" idx="1"/>
          </p:nvPr>
        </p:nvSpPr>
        <p:spPr>
          <a:xfrm>
            <a:off x="2551075" y="3038829"/>
            <a:ext cx="3644100" cy="7206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17" name="Google Shape;17;p3"/>
          <p:cNvSpPr/>
          <p:nvPr/>
        </p:nvSpPr>
        <p:spPr>
          <a:xfrm>
            <a:off x="6631201" y="1631550"/>
            <a:ext cx="2512800" cy="1988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 name="Google Shape;18;p3"/>
          <p:cNvSpPr/>
          <p:nvPr/>
        </p:nvSpPr>
        <p:spPr>
          <a:xfrm>
            <a:off x="0" y="1631550"/>
            <a:ext cx="2329800" cy="1988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9" name="Shape 19"/>
        <p:cNvGrpSpPr/>
        <p:nvPr/>
      </p:nvGrpSpPr>
      <p:grpSpPr>
        <a:xfrm>
          <a:off x="0" y="0"/>
          <a:ext cx="0" cy="0"/>
          <a:chOff x="0" y="0"/>
          <a:chExt cx="0" cy="0"/>
        </a:xfrm>
      </p:grpSpPr>
      <p:sp>
        <p:nvSpPr>
          <p:cNvPr id="20" name="Google Shape;20;p4"/>
          <p:cNvSpPr/>
          <p:nvPr/>
        </p:nvSpPr>
        <p:spPr>
          <a:xfrm>
            <a:off x="-22200" y="0"/>
            <a:ext cx="9166200" cy="12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 name="Google Shape;21;p4"/>
          <p:cNvSpPr txBox="1"/>
          <p:nvPr>
            <p:ph type="title"/>
          </p:nvPr>
        </p:nvSpPr>
        <p:spPr>
          <a:xfrm>
            <a:off x="726000" y="539050"/>
            <a:ext cx="7691700" cy="8136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type="subTitle" idx="1"/>
          </p:nvPr>
        </p:nvSpPr>
        <p:spPr>
          <a:xfrm>
            <a:off x="726150" y="1441459"/>
            <a:ext cx="7691700" cy="3304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200"/>
            </a:lvl1pPr>
            <a:lvl2pPr lvl="1" algn="ctr" rtl="0">
              <a:spcBef>
                <a:spcPts val="0"/>
              </a:spcBef>
              <a:spcAft>
                <a:spcPts val="0"/>
              </a:spcAft>
              <a:buNone/>
              <a:defRPr sz="1200"/>
            </a:lvl2pPr>
            <a:lvl3pPr lvl="2" algn="ctr" rtl="0">
              <a:spcBef>
                <a:spcPts val="0"/>
              </a:spcBef>
              <a:spcAft>
                <a:spcPts val="0"/>
              </a:spcAft>
              <a:buNone/>
              <a:defRPr sz="1200"/>
            </a:lvl3pPr>
            <a:lvl4pPr lvl="3" algn="ctr" rtl="0">
              <a:spcBef>
                <a:spcPts val="0"/>
              </a:spcBef>
              <a:spcAft>
                <a:spcPts val="0"/>
              </a:spcAft>
              <a:buNone/>
              <a:defRPr sz="1200"/>
            </a:lvl4pPr>
            <a:lvl5pPr lvl="4" algn="ctr" rtl="0">
              <a:spcBef>
                <a:spcPts val="0"/>
              </a:spcBef>
              <a:spcAft>
                <a:spcPts val="0"/>
              </a:spcAft>
              <a:buNone/>
              <a:defRPr sz="1200"/>
            </a:lvl5pPr>
            <a:lvl6pPr lvl="5" algn="ctr" rtl="0">
              <a:spcBef>
                <a:spcPts val="0"/>
              </a:spcBef>
              <a:spcAft>
                <a:spcPts val="0"/>
              </a:spcAft>
              <a:buNone/>
              <a:defRPr sz="1200"/>
            </a:lvl6pPr>
            <a:lvl7pPr lvl="6" algn="ctr" rtl="0">
              <a:spcBef>
                <a:spcPts val="0"/>
              </a:spcBef>
              <a:spcAft>
                <a:spcPts val="0"/>
              </a:spcAft>
              <a:buNone/>
              <a:defRPr sz="1200"/>
            </a:lvl7pPr>
            <a:lvl8pPr lvl="7" algn="ctr" rtl="0">
              <a:spcBef>
                <a:spcPts val="0"/>
              </a:spcBef>
              <a:spcAft>
                <a:spcPts val="0"/>
              </a:spcAft>
              <a:buNone/>
              <a:defRPr sz="1200"/>
            </a:lvl8pPr>
            <a:lvl9pPr lvl="8" algn="ctr" rtl="0">
              <a:spcBef>
                <a:spcPts val="0"/>
              </a:spcBef>
              <a:spcAft>
                <a:spcPts val="0"/>
              </a:spcAft>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726225" y="2037600"/>
            <a:ext cx="2456100" cy="1068300"/>
          </a:xfrm>
          <a:prstGeom prst="rect">
            <a:avLst/>
          </a:prstGeom>
        </p:spPr>
        <p:txBody>
          <a:bodyPr spcFirstLastPara="1" wrap="square" lIns="91425" tIns="91425" rIns="91425" bIns="91425" anchor="t" anchorCtr="0">
            <a:noAutofit/>
          </a:bodyPr>
          <a:lstStyle>
            <a:lvl1pPr lvl="0" algn="l">
              <a:spcBef>
                <a:spcPts val="0"/>
              </a:spcBef>
              <a:spcAft>
                <a:spcPts val="0"/>
              </a:spcAft>
              <a:buSzPts val="3200"/>
              <a:buNone/>
              <a:defRPr/>
            </a:lvl1pPr>
            <a:lvl2pPr lvl="1" algn="ctr">
              <a:spcBef>
                <a:spcPts val="0"/>
              </a:spcBef>
              <a:spcAft>
                <a:spcPts val="0"/>
              </a:spcAft>
              <a:buSzPts val="3200"/>
              <a:buNone/>
              <a:defRPr/>
            </a:lvl2pPr>
            <a:lvl3pPr lvl="2" algn="ctr">
              <a:spcBef>
                <a:spcPts val="0"/>
              </a:spcBef>
              <a:spcAft>
                <a:spcPts val="0"/>
              </a:spcAft>
              <a:buSzPts val="3200"/>
              <a:buNone/>
              <a:defRPr/>
            </a:lvl3pPr>
            <a:lvl4pPr lvl="3" algn="ctr">
              <a:spcBef>
                <a:spcPts val="0"/>
              </a:spcBef>
              <a:spcAft>
                <a:spcPts val="0"/>
              </a:spcAft>
              <a:buSzPts val="3200"/>
              <a:buNone/>
              <a:defRPr/>
            </a:lvl4pPr>
            <a:lvl5pPr lvl="4" algn="ctr">
              <a:spcBef>
                <a:spcPts val="0"/>
              </a:spcBef>
              <a:spcAft>
                <a:spcPts val="0"/>
              </a:spcAft>
              <a:buSzPts val="3200"/>
              <a:buNone/>
              <a:defRPr/>
            </a:lvl5pPr>
            <a:lvl6pPr lvl="5" algn="ctr">
              <a:spcBef>
                <a:spcPts val="0"/>
              </a:spcBef>
              <a:spcAft>
                <a:spcPts val="0"/>
              </a:spcAft>
              <a:buSzPts val="3200"/>
              <a:buNone/>
              <a:defRPr/>
            </a:lvl6pPr>
            <a:lvl7pPr lvl="6" algn="ctr">
              <a:spcBef>
                <a:spcPts val="0"/>
              </a:spcBef>
              <a:spcAft>
                <a:spcPts val="0"/>
              </a:spcAft>
              <a:buSzPts val="3200"/>
              <a:buNone/>
              <a:defRPr/>
            </a:lvl7pPr>
            <a:lvl8pPr lvl="7" algn="ctr">
              <a:spcBef>
                <a:spcPts val="0"/>
              </a:spcBef>
              <a:spcAft>
                <a:spcPts val="0"/>
              </a:spcAft>
              <a:buSzPts val="3200"/>
              <a:buNone/>
              <a:defRPr/>
            </a:lvl8pPr>
            <a:lvl9pPr lvl="8" algn="ctr">
              <a:spcBef>
                <a:spcPts val="0"/>
              </a:spcBef>
              <a:spcAft>
                <a:spcPts val="0"/>
              </a:spcAft>
              <a:buSzPts val="3200"/>
              <a:buNone/>
              <a:defRPr/>
            </a:lvl9pPr>
          </a:lstStyle>
          <a:p/>
        </p:txBody>
      </p:sp>
      <p:sp>
        <p:nvSpPr>
          <p:cNvPr id="25" name="Google Shape;25;p5"/>
          <p:cNvSpPr txBox="1"/>
          <p:nvPr>
            <p:ph type="subTitle" idx="1"/>
          </p:nvPr>
        </p:nvSpPr>
        <p:spPr>
          <a:xfrm>
            <a:off x="3609750" y="2900054"/>
            <a:ext cx="18906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p:txBody>
      </p:sp>
      <p:sp>
        <p:nvSpPr>
          <p:cNvPr id="26" name="Google Shape;26;p5"/>
          <p:cNvSpPr txBox="1"/>
          <p:nvPr>
            <p:ph type="subTitle" idx="2"/>
          </p:nvPr>
        </p:nvSpPr>
        <p:spPr>
          <a:xfrm>
            <a:off x="3609750" y="3257926"/>
            <a:ext cx="1890600" cy="985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27" name="Google Shape;27;p5"/>
          <p:cNvSpPr txBox="1"/>
          <p:nvPr>
            <p:ph type="subTitle" idx="3"/>
          </p:nvPr>
        </p:nvSpPr>
        <p:spPr>
          <a:xfrm>
            <a:off x="3609750" y="900075"/>
            <a:ext cx="18906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p:txBody>
      </p:sp>
      <p:sp>
        <p:nvSpPr>
          <p:cNvPr id="28" name="Google Shape;28;p5"/>
          <p:cNvSpPr txBox="1"/>
          <p:nvPr>
            <p:ph type="subTitle" idx="4"/>
          </p:nvPr>
        </p:nvSpPr>
        <p:spPr>
          <a:xfrm>
            <a:off x="3609750" y="1257951"/>
            <a:ext cx="1890600" cy="985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726225" y="441350"/>
            <a:ext cx="7691400" cy="5727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lvl1pPr>
            <a:lvl2pPr lvl="1" algn="ctr">
              <a:spcBef>
                <a:spcPts val="0"/>
              </a:spcBef>
              <a:spcAft>
                <a:spcPts val="0"/>
              </a:spcAft>
              <a:buSzPts val="3200"/>
              <a:buNone/>
              <a:defRPr/>
            </a:lvl2pPr>
            <a:lvl3pPr lvl="2" algn="ctr">
              <a:spcBef>
                <a:spcPts val="0"/>
              </a:spcBef>
              <a:spcAft>
                <a:spcPts val="0"/>
              </a:spcAft>
              <a:buSzPts val="3200"/>
              <a:buNone/>
              <a:defRPr/>
            </a:lvl3pPr>
            <a:lvl4pPr lvl="3" algn="ctr">
              <a:spcBef>
                <a:spcPts val="0"/>
              </a:spcBef>
              <a:spcAft>
                <a:spcPts val="0"/>
              </a:spcAft>
              <a:buSzPts val="3200"/>
              <a:buNone/>
              <a:defRPr/>
            </a:lvl4pPr>
            <a:lvl5pPr lvl="4" algn="ctr">
              <a:spcBef>
                <a:spcPts val="0"/>
              </a:spcBef>
              <a:spcAft>
                <a:spcPts val="0"/>
              </a:spcAft>
              <a:buSzPts val="3200"/>
              <a:buNone/>
              <a:defRPr/>
            </a:lvl5pPr>
            <a:lvl6pPr lvl="5" algn="ctr">
              <a:spcBef>
                <a:spcPts val="0"/>
              </a:spcBef>
              <a:spcAft>
                <a:spcPts val="0"/>
              </a:spcAft>
              <a:buSzPts val="3200"/>
              <a:buNone/>
              <a:defRPr/>
            </a:lvl6pPr>
            <a:lvl7pPr lvl="6" algn="ctr">
              <a:spcBef>
                <a:spcPts val="0"/>
              </a:spcBef>
              <a:spcAft>
                <a:spcPts val="0"/>
              </a:spcAft>
              <a:buSzPts val="3200"/>
              <a:buNone/>
              <a:defRPr/>
            </a:lvl7pPr>
            <a:lvl8pPr lvl="7" algn="ctr">
              <a:spcBef>
                <a:spcPts val="0"/>
              </a:spcBef>
              <a:spcAft>
                <a:spcPts val="0"/>
              </a:spcAft>
              <a:buSzPts val="3200"/>
              <a:buNone/>
              <a:defRPr/>
            </a:lvl8pPr>
            <a:lvl9pPr lvl="8" algn="ctr">
              <a:spcBef>
                <a:spcPts val="0"/>
              </a:spcBef>
              <a:spcAft>
                <a:spcPts val="0"/>
              </a:spcAft>
              <a:buSzPts val="3200"/>
              <a:buNone/>
              <a:defRPr/>
            </a:lvl9pPr>
          </a:lstStyle>
          <a:p/>
        </p:txBody>
      </p:sp>
      <p:sp>
        <p:nvSpPr>
          <p:cNvPr id="31" name="Google Shape;31;p6"/>
          <p:cNvSpPr/>
          <p:nvPr/>
        </p:nvSpPr>
        <p:spPr>
          <a:xfrm>
            <a:off x="8050" y="4756525"/>
            <a:ext cx="9144000" cy="395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32" name="Shape 32"/>
        <p:cNvGrpSpPr/>
        <p:nvPr/>
      </p:nvGrpSpPr>
      <p:grpSpPr>
        <a:xfrm>
          <a:off x="0" y="0"/>
          <a:ext cx="0" cy="0"/>
          <a:chOff x="0" y="0"/>
          <a:chExt cx="0" cy="0"/>
        </a:xfrm>
      </p:grpSpPr>
      <p:sp>
        <p:nvSpPr>
          <p:cNvPr id="33" name="Google Shape;33;p7"/>
          <p:cNvSpPr/>
          <p:nvPr/>
        </p:nvSpPr>
        <p:spPr>
          <a:xfrm>
            <a:off x="8771350" y="0"/>
            <a:ext cx="3726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34;p7"/>
          <p:cNvSpPr txBox="1"/>
          <p:nvPr>
            <p:ph type="title"/>
          </p:nvPr>
        </p:nvSpPr>
        <p:spPr>
          <a:xfrm>
            <a:off x="615221" y="2128650"/>
            <a:ext cx="2169600" cy="8862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p:txBody>
      </p:sp>
      <p:sp>
        <p:nvSpPr>
          <p:cNvPr id="35" name="Google Shape;35;p7"/>
          <p:cNvSpPr txBox="1"/>
          <p:nvPr>
            <p:ph type="subTitle" idx="1"/>
          </p:nvPr>
        </p:nvSpPr>
        <p:spPr>
          <a:xfrm>
            <a:off x="5916387" y="1731625"/>
            <a:ext cx="26346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2000" b="1"/>
            </a:lvl1pPr>
            <a:lvl2pPr lvl="1" rtl="0">
              <a:spcBef>
                <a:spcPts val="0"/>
              </a:spcBef>
              <a:spcAft>
                <a:spcPts val="0"/>
              </a:spcAft>
              <a:buNone/>
              <a:defRPr sz="2000" b="1"/>
            </a:lvl2pPr>
            <a:lvl3pPr lvl="2" rtl="0">
              <a:spcBef>
                <a:spcPts val="0"/>
              </a:spcBef>
              <a:spcAft>
                <a:spcPts val="0"/>
              </a:spcAft>
              <a:buNone/>
              <a:defRPr sz="2000" b="1"/>
            </a:lvl3pPr>
            <a:lvl4pPr lvl="3" rtl="0">
              <a:spcBef>
                <a:spcPts val="0"/>
              </a:spcBef>
              <a:spcAft>
                <a:spcPts val="0"/>
              </a:spcAft>
              <a:buNone/>
              <a:defRPr sz="2000" b="1"/>
            </a:lvl4pPr>
            <a:lvl5pPr lvl="4" rtl="0">
              <a:spcBef>
                <a:spcPts val="0"/>
              </a:spcBef>
              <a:spcAft>
                <a:spcPts val="0"/>
              </a:spcAft>
              <a:buNone/>
              <a:defRPr sz="2000" b="1"/>
            </a:lvl5pPr>
            <a:lvl6pPr lvl="5" rtl="0">
              <a:spcBef>
                <a:spcPts val="0"/>
              </a:spcBef>
              <a:spcAft>
                <a:spcPts val="0"/>
              </a:spcAft>
              <a:buNone/>
              <a:defRPr sz="2000" b="1"/>
            </a:lvl6pPr>
            <a:lvl7pPr lvl="6" rtl="0">
              <a:spcBef>
                <a:spcPts val="0"/>
              </a:spcBef>
              <a:spcAft>
                <a:spcPts val="0"/>
              </a:spcAft>
              <a:buNone/>
              <a:defRPr sz="2000" b="1"/>
            </a:lvl7pPr>
            <a:lvl8pPr lvl="7" rtl="0">
              <a:spcBef>
                <a:spcPts val="0"/>
              </a:spcBef>
              <a:spcAft>
                <a:spcPts val="0"/>
              </a:spcAft>
              <a:buNone/>
              <a:defRPr sz="2000" b="1"/>
            </a:lvl8pPr>
            <a:lvl9pPr lvl="8" rtl="0">
              <a:spcBef>
                <a:spcPts val="0"/>
              </a:spcBef>
              <a:spcAft>
                <a:spcPts val="0"/>
              </a:spcAft>
              <a:buNone/>
              <a:defRPr sz="2000" b="1"/>
            </a:lvl9pPr>
          </a:lstStyle>
          <a:p/>
        </p:txBody>
      </p:sp>
      <p:sp>
        <p:nvSpPr>
          <p:cNvPr id="36" name="Google Shape;36;p7"/>
          <p:cNvSpPr txBox="1"/>
          <p:nvPr>
            <p:ph type="subTitle" idx="2"/>
          </p:nvPr>
        </p:nvSpPr>
        <p:spPr>
          <a:xfrm>
            <a:off x="5913989" y="2085575"/>
            <a:ext cx="2634600" cy="1326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16100" y="0"/>
            <a:ext cx="9144000" cy="1151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 name="Google Shape;39;p8"/>
          <p:cNvSpPr/>
          <p:nvPr/>
        </p:nvSpPr>
        <p:spPr>
          <a:xfrm rot="5400000">
            <a:off x="5996700" y="1996200"/>
            <a:ext cx="5143500" cy="1151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 name="Google Shape;40;p8"/>
          <p:cNvSpPr txBox="1"/>
          <p:nvPr>
            <p:ph type="title"/>
          </p:nvPr>
        </p:nvSpPr>
        <p:spPr>
          <a:xfrm>
            <a:off x="1212725" y="2080700"/>
            <a:ext cx="5301900" cy="20124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sz="8100"/>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0" y="1432775"/>
            <a:ext cx="5304600" cy="2173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 name="Google Shape;43;p9"/>
          <p:cNvSpPr/>
          <p:nvPr/>
        </p:nvSpPr>
        <p:spPr>
          <a:xfrm>
            <a:off x="8717375" y="0"/>
            <a:ext cx="4266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 name="Google Shape;44;p9"/>
          <p:cNvSpPr txBox="1"/>
          <p:nvPr>
            <p:ph type="title"/>
          </p:nvPr>
        </p:nvSpPr>
        <p:spPr>
          <a:xfrm>
            <a:off x="726225" y="1876800"/>
            <a:ext cx="5114400" cy="13899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sz="10700">
                <a:solidFill>
                  <a:schemeClr val="lt1"/>
                </a:solidFill>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p:txBody>
      </p:sp>
      <p:sp>
        <p:nvSpPr>
          <p:cNvPr id="45" name="Google Shape;45;p9"/>
          <p:cNvSpPr txBox="1"/>
          <p:nvPr>
            <p:ph type="subTitle" idx="1"/>
          </p:nvPr>
        </p:nvSpPr>
        <p:spPr>
          <a:xfrm>
            <a:off x="5840625" y="1818150"/>
            <a:ext cx="2575800" cy="1507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6" name="Shape 46"/>
        <p:cNvGrpSpPr/>
        <p:nvPr/>
      </p:nvGrpSpPr>
      <p:grpSpPr>
        <a:xfrm>
          <a:off x="0" y="0"/>
          <a:ext cx="0" cy="0"/>
          <a:chOff x="0" y="0"/>
          <a:chExt cx="0" cy="0"/>
        </a:xfrm>
      </p:grpSpPr>
      <p:sp>
        <p:nvSpPr>
          <p:cNvPr id="47" name="Google Shape;47;p10"/>
          <p:cNvSpPr txBox="1"/>
          <p:nvPr>
            <p:ph type="title"/>
          </p:nvPr>
        </p:nvSpPr>
        <p:spPr>
          <a:xfrm>
            <a:off x="6460980" y="974425"/>
            <a:ext cx="2206500" cy="1604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sz="2600">
                <a:solidFill>
                  <a:schemeClr val="lt1"/>
                </a:solidFill>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8572500" y="0"/>
            <a:ext cx="5715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 name="Google Shape;50;p11"/>
          <p:cNvSpPr/>
          <p:nvPr/>
        </p:nvSpPr>
        <p:spPr>
          <a:xfrm>
            <a:off x="-225" y="0"/>
            <a:ext cx="9144000" cy="651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51;p11"/>
          <p:cNvSpPr txBox="1"/>
          <p:nvPr>
            <p:ph type="title" hasCustomPrompt="1"/>
          </p:nvPr>
        </p:nvSpPr>
        <p:spPr>
          <a:xfrm>
            <a:off x="1497900" y="1739805"/>
            <a:ext cx="6148200" cy="14013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1"/>
              </a:buClr>
              <a:buSzPts val="7200"/>
              <a:buNone/>
              <a:defRPr sz="8000">
                <a:solidFill>
                  <a:schemeClr val="lt1"/>
                </a:solidFill>
              </a:defRPr>
            </a:lvl1pPr>
            <a:lvl2pPr lvl="1" algn="ctr">
              <a:spcBef>
                <a:spcPts val="0"/>
              </a:spcBef>
              <a:spcAft>
                <a:spcPts val="0"/>
              </a:spcAft>
              <a:buClr>
                <a:schemeClr val="accent1"/>
              </a:buClr>
              <a:buSzPts val="7200"/>
              <a:buNone/>
              <a:defRPr sz="7200">
                <a:solidFill>
                  <a:schemeClr val="accent1"/>
                </a:solidFill>
              </a:defRPr>
            </a:lvl2pPr>
            <a:lvl3pPr lvl="2" algn="ctr">
              <a:spcBef>
                <a:spcPts val="0"/>
              </a:spcBef>
              <a:spcAft>
                <a:spcPts val="0"/>
              </a:spcAft>
              <a:buClr>
                <a:schemeClr val="accent1"/>
              </a:buClr>
              <a:buSzPts val="7200"/>
              <a:buNone/>
              <a:defRPr sz="7200">
                <a:solidFill>
                  <a:schemeClr val="accent1"/>
                </a:solidFill>
              </a:defRPr>
            </a:lvl3pPr>
            <a:lvl4pPr lvl="3" algn="ctr">
              <a:spcBef>
                <a:spcPts val="0"/>
              </a:spcBef>
              <a:spcAft>
                <a:spcPts val="0"/>
              </a:spcAft>
              <a:buClr>
                <a:schemeClr val="accent1"/>
              </a:buClr>
              <a:buSzPts val="7200"/>
              <a:buNone/>
              <a:defRPr sz="7200">
                <a:solidFill>
                  <a:schemeClr val="accent1"/>
                </a:solidFill>
              </a:defRPr>
            </a:lvl4pPr>
            <a:lvl5pPr lvl="4" algn="ctr">
              <a:spcBef>
                <a:spcPts val="0"/>
              </a:spcBef>
              <a:spcAft>
                <a:spcPts val="0"/>
              </a:spcAft>
              <a:buClr>
                <a:schemeClr val="accent1"/>
              </a:buClr>
              <a:buSzPts val="7200"/>
              <a:buNone/>
              <a:defRPr sz="7200">
                <a:solidFill>
                  <a:schemeClr val="accent1"/>
                </a:solidFill>
              </a:defRPr>
            </a:lvl5pPr>
            <a:lvl6pPr lvl="5" algn="ctr">
              <a:spcBef>
                <a:spcPts val="0"/>
              </a:spcBef>
              <a:spcAft>
                <a:spcPts val="0"/>
              </a:spcAft>
              <a:buClr>
                <a:schemeClr val="accent1"/>
              </a:buClr>
              <a:buSzPts val="7200"/>
              <a:buNone/>
              <a:defRPr sz="7200">
                <a:solidFill>
                  <a:schemeClr val="accent1"/>
                </a:solidFill>
              </a:defRPr>
            </a:lvl6pPr>
            <a:lvl7pPr lvl="6" algn="ctr">
              <a:spcBef>
                <a:spcPts val="0"/>
              </a:spcBef>
              <a:spcAft>
                <a:spcPts val="0"/>
              </a:spcAft>
              <a:buClr>
                <a:schemeClr val="accent1"/>
              </a:buClr>
              <a:buSzPts val="7200"/>
              <a:buNone/>
              <a:defRPr sz="7200">
                <a:solidFill>
                  <a:schemeClr val="accent1"/>
                </a:solidFill>
              </a:defRPr>
            </a:lvl7pPr>
            <a:lvl8pPr lvl="7" algn="ctr">
              <a:spcBef>
                <a:spcPts val="0"/>
              </a:spcBef>
              <a:spcAft>
                <a:spcPts val="0"/>
              </a:spcAft>
              <a:buClr>
                <a:schemeClr val="accent1"/>
              </a:buClr>
              <a:buSzPts val="7200"/>
              <a:buNone/>
              <a:defRPr sz="7200">
                <a:solidFill>
                  <a:schemeClr val="accent1"/>
                </a:solidFill>
              </a:defRPr>
            </a:lvl8pPr>
            <a:lvl9pPr lvl="8" algn="ctr">
              <a:spcBef>
                <a:spcPts val="0"/>
              </a:spcBef>
              <a:spcAft>
                <a:spcPts val="0"/>
              </a:spcAft>
              <a:buClr>
                <a:schemeClr val="accent1"/>
              </a:buClr>
              <a:buSzPts val="7200"/>
              <a:buNone/>
              <a:defRPr sz="7200">
                <a:solidFill>
                  <a:schemeClr val="accent1"/>
                </a:solidFill>
              </a:defRPr>
            </a:lvl9pPr>
          </a:lstStyle>
          <a:p>
            <a:r>
              <a:t>xx%</a:t>
            </a:r>
          </a:p>
        </p:txBody>
      </p:sp>
      <p:sp>
        <p:nvSpPr>
          <p:cNvPr id="52" name="Google Shape;52;p11"/>
          <p:cNvSpPr txBox="1"/>
          <p:nvPr>
            <p:ph type="subTitle" idx="1"/>
          </p:nvPr>
        </p:nvSpPr>
        <p:spPr>
          <a:xfrm>
            <a:off x="1814938" y="3004017"/>
            <a:ext cx="5511600" cy="4641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2000">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bg>
      <p:bgPr>
        <a:noFill/>
        <a:effectLst/>
      </p:bgPr>
    </p:bg>
    <p:spTree>
      <p:nvGrpSpPr>
        <p:cNvPr id="53" name="Shape 5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2">
  <p:cSld name="CUSTOM_3_2">
    <p:spTree>
      <p:nvGrpSpPr>
        <p:cNvPr id="54" name="Shape 54"/>
        <p:cNvGrpSpPr/>
        <p:nvPr/>
      </p:nvGrpSpPr>
      <p:grpSpPr>
        <a:xfrm>
          <a:off x="0" y="0"/>
          <a:ext cx="0" cy="0"/>
          <a:chOff x="0" y="0"/>
          <a:chExt cx="0" cy="0"/>
        </a:xfrm>
      </p:grpSpPr>
      <p:sp>
        <p:nvSpPr>
          <p:cNvPr id="55" name="Google Shape;55;p13"/>
          <p:cNvSpPr/>
          <p:nvPr/>
        </p:nvSpPr>
        <p:spPr>
          <a:xfrm>
            <a:off x="5877125" y="-12"/>
            <a:ext cx="2079900" cy="190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 name="Google Shape;56;p13"/>
          <p:cNvSpPr/>
          <p:nvPr/>
        </p:nvSpPr>
        <p:spPr>
          <a:xfrm>
            <a:off x="5877125" y="3239400"/>
            <a:ext cx="2079900" cy="1904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 name="Google Shape;57;p13"/>
          <p:cNvSpPr txBox="1"/>
          <p:nvPr>
            <p:ph type="title"/>
          </p:nvPr>
        </p:nvSpPr>
        <p:spPr>
          <a:xfrm>
            <a:off x="5466600" y="2082750"/>
            <a:ext cx="2571000" cy="9780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a:lvl1pPr>
            <a:lvl2pPr lvl="1" algn="r" rtl="0">
              <a:spcBef>
                <a:spcPts val="0"/>
              </a:spcBef>
              <a:spcAft>
                <a:spcPts val="0"/>
              </a:spcAft>
              <a:buNone/>
              <a:defRPr/>
            </a:lvl2pPr>
            <a:lvl3pPr lvl="2" algn="r" rtl="0">
              <a:spcBef>
                <a:spcPts val="0"/>
              </a:spcBef>
              <a:spcAft>
                <a:spcPts val="0"/>
              </a:spcAft>
              <a:buNone/>
              <a:defRPr/>
            </a:lvl3pPr>
            <a:lvl4pPr lvl="3" algn="r" rtl="0">
              <a:spcBef>
                <a:spcPts val="0"/>
              </a:spcBef>
              <a:spcAft>
                <a:spcPts val="0"/>
              </a:spcAft>
              <a:buNone/>
              <a:defRPr/>
            </a:lvl4pPr>
            <a:lvl5pPr lvl="4" algn="r" rtl="0">
              <a:spcBef>
                <a:spcPts val="0"/>
              </a:spcBef>
              <a:spcAft>
                <a:spcPts val="0"/>
              </a:spcAft>
              <a:buNone/>
              <a:defRPr/>
            </a:lvl5pPr>
            <a:lvl6pPr lvl="5" algn="r" rtl="0">
              <a:spcBef>
                <a:spcPts val="0"/>
              </a:spcBef>
              <a:spcAft>
                <a:spcPts val="0"/>
              </a:spcAft>
              <a:buNone/>
              <a:defRPr/>
            </a:lvl6pPr>
            <a:lvl7pPr lvl="6" algn="r" rtl="0">
              <a:spcBef>
                <a:spcPts val="0"/>
              </a:spcBef>
              <a:spcAft>
                <a:spcPts val="0"/>
              </a:spcAft>
              <a:buNone/>
              <a:defRPr/>
            </a:lvl7pPr>
            <a:lvl8pPr lvl="7" algn="r" rtl="0">
              <a:spcBef>
                <a:spcPts val="0"/>
              </a:spcBef>
              <a:spcAft>
                <a:spcPts val="0"/>
              </a:spcAft>
              <a:buNone/>
              <a:defRPr/>
            </a:lvl8pPr>
            <a:lvl9pPr lvl="8" algn="r" rtl="0">
              <a:spcBef>
                <a:spcPts val="0"/>
              </a:spcBef>
              <a:spcAft>
                <a:spcPts val="0"/>
              </a:spcAft>
              <a:buNone/>
              <a:defRPr/>
            </a:lvl9pPr>
          </a:lstStyle>
          <a:p/>
        </p:txBody>
      </p:sp>
      <p:sp>
        <p:nvSpPr>
          <p:cNvPr id="58" name="Google Shape;58;p13"/>
          <p:cNvSpPr txBox="1"/>
          <p:nvPr>
            <p:ph type="subTitle" idx="1"/>
          </p:nvPr>
        </p:nvSpPr>
        <p:spPr>
          <a:xfrm>
            <a:off x="1971975" y="450536"/>
            <a:ext cx="31770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59" name="Google Shape;59;p13"/>
          <p:cNvSpPr txBox="1"/>
          <p:nvPr>
            <p:ph type="subTitle" idx="2"/>
          </p:nvPr>
        </p:nvSpPr>
        <p:spPr>
          <a:xfrm>
            <a:off x="1971975" y="740406"/>
            <a:ext cx="31770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0" name="Google Shape;60;p13"/>
          <p:cNvSpPr txBox="1"/>
          <p:nvPr>
            <p:ph type="subTitle" idx="3"/>
          </p:nvPr>
        </p:nvSpPr>
        <p:spPr>
          <a:xfrm>
            <a:off x="1971975" y="3872302"/>
            <a:ext cx="31770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61" name="Google Shape;61;p13"/>
          <p:cNvSpPr txBox="1"/>
          <p:nvPr>
            <p:ph type="subTitle" idx="4"/>
          </p:nvPr>
        </p:nvSpPr>
        <p:spPr>
          <a:xfrm>
            <a:off x="1971975" y="4167664"/>
            <a:ext cx="3177000" cy="5253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2" name="Google Shape;62;p13"/>
          <p:cNvSpPr txBox="1"/>
          <p:nvPr>
            <p:ph type="subTitle" idx="5"/>
          </p:nvPr>
        </p:nvSpPr>
        <p:spPr>
          <a:xfrm>
            <a:off x="1971975" y="1537469"/>
            <a:ext cx="31770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63" name="Google Shape;63;p13"/>
          <p:cNvSpPr txBox="1"/>
          <p:nvPr>
            <p:ph type="subTitle" idx="6"/>
          </p:nvPr>
        </p:nvSpPr>
        <p:spPr>
          <a:xfrm>
            <a:off x="1971975" y="1829170"/>
            <a:ext cx="31770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4" name="Google Shape;64;p13"/>
          <p:cNvSpPr txBox="1"/>
          <p:nvPr>
            <p:ph type="subTitle" idx="7"/>
          </p:nvPr>
        </p:nvSpPr>
        <p:spPr>
          <a:xfrm>
            <a:off x="1971975" y="2679908"/>
            <a:ext cx="31770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65" name="Google Shape;65;p13"/>
          <p:cNvSpPr txBox="1"/>
          <p:nvPr>
            <p:ph type="subTitle" idx="8"/>
          </p:nvPr>
        </p:nvSpPr>
        <p:spPr>
          <a:xfrm>
            <a:off x="1971975" y="2973440"/>
            <a:ext cx="31770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6" name="Google Shape;66;p13"/>
          <p:cNvSpPr txBox="1"/>
          <p:nvPr>
            <p:ph type="title" idx="9" hasCustomPrompt="1"/>
          </p:nvPr>
        </p:nvSpPr>
        <p:spPr>
          <a:xfrm>
            <a:off x="976920" y="656207"/>
            <a:ext cx="9105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300">
                <a:solidFill>
                  <a:schemeClr val="accent1"/>
                </a:solidFill>
              </a:defRPr>
            </a:lvl1pPr>
            <a:lvl2pPr lvl="1" algn="r" rtl="0">
              <a:spcBef>
                <a:spcPts val="0"/>
              </a:spcBef>
              <a:spcAft>
                <a:spcPts val="0"/>
              </a:spcAft>
              <a:buSzPts val="3000"/>
              <a:buNone/>
              <a:defRPr sz="3000"/>
            </a:lvl2pPr>
            <a:lvl3pPr lvl="2" algn="r" rtl="0">
              <a:spcBef>
                <a:spcPts val="0"/>
              </a:spcBef>
              <a:spcAft>
                <a:spcPts val="0"/>
              </a:spcAft>
              <a:buSzPts val="3000"/>
              <a:buNone/>
              <a:defRPr sz="3000"/>
            </a:lvl3pPr>
            <a:lvl4pPr lvl="3" algn="r" rtl="0">
              <a:spcBef>
                <a:spcPts val="0"/>
              </a:spcBef>
              <a:spcAft>
                <a:spcPts val="0"/>
              </a:spcAft>
              <a:buSzPts val="3000"/>
              <a:buNone/>
              <a:defRPr sz="3000"/>
            </a:lvl4pPr>
            <a:lvl5pPr lvl="4" algn="r" rtl="0">
              <a:spcBef>
                <a:spcPts val="0"/>
              </a:spcBef>
              <a:spcAft>
                <a:spcPts val="0"/>
              </a:spcAft>
              <a:buSzPts val="3000"/>
              <a:buNone/>
              <a:defRPr sz="3000"/>
            </a:lvl5pPr>
            <a:lvl6pPr lvl="5" algn="r" rtl="0">
              <a:spcBef>
                <a:spcPts val="0"/>
              </a:spcBef>
              <a:spcAft>
                <a:spcPts val="0"/>
              </a:spcAft>
              <a:buSzPts val="3000"/>
              <a:buNone/>
              <a:defRPr sz="3000"/>
            </a:lvl6pPr>
            <a:lvl7pPr lvl="6" algn="r" rtl="0">
              <a:spcBef>
                <a:spcPts val="0"/>
              </a:spcBef>
              <a:spcAft>
                <a:spcPts val="0"/>
              </a:spcAft>
              <a:buSzPts val="3000"/>
              <a:buNone/>
              <a:defRPr sz="3000"/>
            </a:lvl7pPr>
            <a:lvl8pPr lvl="7" algn="r" rtl="0">
              <a:spcBef>
                <a:spcPts val="0"/>
              </a:spcBef>
              <a:spcAft>
                <a:spcPts val="0"/>
              </a:spcAft>
              <a:buSzPts val="3000"/>
              <a:buNone/>
              <a:defRPr sz="3000"/>
            </a:lvl8pPr>
            <a:lvl9pPr lvl="8" algn="r" rtl="0">
              <a:spcBef>
                <a:spcPts val="0"/>
              </a:spcBef>
              <a:spcAft>
                <a:spcPts val="0"/>
              </a:spcAft>
              <a:buSzPts val="3000"/>
              <a:buNone/>
              <a:defRPr sz="3000"/>
            </a:lvl9pPr>
          </a:lstStyle>
          <a:p>
            <a:r>
              <a:t>xx%</a:t>
            </a:r>
          </a:p>
        </p:txBody>
      </p:sp>
      <p:sp>
        <p:nvSpPr>
          <p:cNvPr id="67" name="Google Shape;67;p13"/>
          <p:cNvSpPr txBox="1"/>
          <p:nvPr>
            <p:ph type="title" idx="13" hasCustomPrompt="1"/>
          </p:nvPr>
        </p:nvSpPr>
        <p:spPr>
          <a:xfrm>
            <a:off x="976921" y="1788924"/>
            <a:ext cx="9105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300">
                <a:solidFill>
                  <a:schemeClr val="accent1"/>
                </a:solidFill>
              </a:defRPr>
            </a:lvl1pPr>
            <a:lvl2pPr lvl="1" algn="r" rtl="0">
              <a:spcBef>
                <a:spcPts val="0"/>
              </a:spcBef>
              <a:spcAft>
                <a:spcPts val="0"/>
              </a:spcAft>
              <a:buSzPts val="3000"/>
              <a:buNone/>
              <a:defRPr sz="3000"/>
            </a:lvl2pPr>
            <a:lvl3pPr lvl="2" algn="r" rtl="0">
              <a:spcBef>
                <a:spcPts val="0"/>
              </a:spcBef>
              <a:spcAft>
                <a:spcPts val="0"/>
              </a:spcAft>
              <a:buSzPts val="3000"/>
              <a:buNone/>
              <a:defRPr sz="3000"/>
            </a:lvl3pPr>
            <a:lvl4pPr lvl="3" algn="r" rtl="0">
              <a:spcBef>
                <a:spcPts val="0"/>
              </a:spcBef>
              <a:spcAft>
                <a:spcPts val="0"/>
              </a:spcAft>
              <a:buSzPts val="3000"/>
              <a:buNone/>
              <a:defRPr sz="3000"/>
            </a:lvl4pPr>
            <a:lvl5pPr lvl="4" algn="r" rtl="0">
              <a:spcBef>
                <a:spcPts val="0"/>
              </a:spcBef>
              <a:spcAft>
                <a:spcPts val="0"/>
              </a:spcAft>
              <a:buSzPts val="3000"/>
              <a:buNone/>
              <a:defRPr sz="3000"/>
            </a:lvl5pPr>
            <a:lvl6pPr lvl="5" algn="r" rtl="0">
              <a:spcBef>
                <a:spcPts val="0"/>
              </a:spcBef>
              <a:spcAft>
                <a:spcPts val="0"/>
              </a:spcAft>
              <a:buSzPts val="3000"/>
              <a:buNone/>
              <a:defRPr sz="3000"/>
            </a:lvl6pPr>
            <a:lvl7pPr lvl="6" algn="r" rtl="0">
              <a:spcBef>
                <a:spcPts val="0"/>
              </a:spcBef>
              <a:spcAft>
                <a:spcPts val="0"/>
              </a:spcAft>
              <a:buSzPts val="3000"/>
              <a:buNone/>
              <a:defRPr sz="3000"/>
            </a:lvl7pPr>
            <a:lvl8pPr lvl="7" algn="r" rtl="0">
              <a:spcBef>
                <a:spcPts val="0"/>
              </a:spcBef>
              <a:spcAft>
                <a:spcPts val="0"/>
              </a:spcAft>
              <a:buSzPts val="3000"/>
              <a:buNone/>
              <a:defRPr sz="3000"/>
            </a:lvl8pPr>
            <a:lvl9pPr lvl="8" algn="r" rtl="0">
              <a:spcBef>
                <a:spcPts val="0"/>
              </a:spcBef>
              <a:spcAft>
                <a:spcPts val="0"/>
              </a:spcAft>
              <a:buSzPts val="3000"/>
              <a:buNone/>
              <a:defRPr sz="3000"/>
            </a:lvl9pPr>
          </a:lstStyle>
          <a:p>
            <a:r>
              <a:t>xx%</a:t>
            </a:r>
          </a:p>
        </p:txBody>
      </p:sp>
      <p:sp>
        <p:nvSpPr>
          <p:cNvPr id="68" name="Google Shape;68;p13"/>
          <p:cNvSpPr txBox="1"/>
          <p:nvPr>
            <p:ph type="title" idx="14" hasCustomPrompt="1"/>
          </p:nvPr>
        </p:nvSpPr>
        <p:spPr>
          <a:xfrm>
            <a:off x="976914" y="2923117"/>
            <a:ext cx="9105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3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p:nvPr>
            <p:ph type="title" idx="15" hasCustomPrompt="1"/>
          </p:nvPr>
        </p:nvSpPr>
        <p:spPr>
          <a:xfrm>
            <a:off x="976925" y="4055294"/>
            <a:ext cx="9105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3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p:cSld name="CUSTOM">
    <p:spTree>
      <p:nvGrpSpPr>
        <p:cNvPr id="70" name="Shape 70"/>
        <p:cNvGrpSpPr/>
        <p:nvPr/>
      </p:nvGrpSpPr>
      <p:grpSpPr>
        <a:xfrm>
          <a:off x="0" y="0"/>
          <a:ext cx="0" cy="0"/>
          <a:chOff x="0" y="0"/>
          <a:chExt cx="0" cy="0"/>
        </a:xfrm>
      </p:grpSpPr>
      <p:sp>
        <p:nvSpPr>
          <p:cNvPr id="71" name="Google Shape;71;p14"/>
          <p:cNvSpPr txBox="1"/>
          <p:nvPr>
            <p:ph type="title"/>
          </p:nvPr>
        </p:nvSpPr>
        <p:spPr>
          <a:xfrm>
            <a:off x="726225" y="2044950"/>
            <a:ext cx="3654900" cy="1053600"/>
          </a:xfrm>
          <a:prstGeom prst="rect">
            <a:avLst/>
          </a:prstGeom>
        </p:spPr>
        <p:txBody>
          <a:bodyPr spcFirstLastPara="1" wrap="square" lIns="91425" tIns="91425" rIns="91425" bIns="91425" anchor="ctr" anchorCtr="0">
            <a:noAutofit/>
          </a:bodyPr>
          <a:lstStyle>
            <a:lvl1pPr lvl="0" algn="l">
              <a:spcBef>
                <a:spcPts val="0"/>
              </a:spcBef>
              <a:spcAft>
                <a:spcPts val="0"/>
              </a:spcAft>
              <a:buNone/>
              <a:defRPr/>
            </a:lvl1pPr>
            <a:lvl2pPr lvl="1" algn="l">
              <a:spcBef>
                <a:spcPts val="0"/>
              </a:spcBef>
              <a:spcAft>
                <a:spcPts val="0"/>
              </a:spcAft>
              <a:buNone/>
              <a:defRPr/>
            </a:lvl2pPr>
            <a:lvl3pPr lvl="2" algn="l">
              <a:spcBef>
                <a:spcPts val="0"/>
              </a:spcBef>
              <a:spcAft>
                <a:spcPts val="0"/>
              </a:spcAft>
              <a:buNone/>
              <a:defRPr/>
            </a:lvl3pPr>
            <a:lvl4pPr lvl="3" algn="l">
              <a:spcBef>
                <a:spcPts val="0"/>
              </a:spcBef>
              <a:spcAft>
                <a:spcPts val="0"/>
              </a:spcAft>
              <a:buNone/>
              <a:defRPr/>
            </a:lvl4pPr>
            <a:lvl5pPr lvl="4" algn="l">
              <a:spcBef>
                <a:spcPts val="0"/>
              </a:spcBef>
              <a:spcAft>
                <a:spcPts val="0"/>
              </a:spcAft>
              <a:buNone/>
              <a:defRPr/>
            </a:lvl5pPr>
            <a:lvl6pPr lvl="5" algn="l">
              <a:spcBef>
                <a:spcPts val="0"/>
              </a:spcBef>
              <a:spcAft>
                <a:spcPts val="0"/>
              </a:spcAft>
              <a:buNone/>
              <a:defRPr/>
            </a:lvl6pPr>
            <a:lvl7pPr lvl="6" algn="l">
              <a:spcBef>
                <a:spcPts val="0"/>
              </a:spcBef>
              <a:spcAft>
                <a:spcPts val="0"/>
              </a:spcAft>
              <a:buNone/>
              <a:defRPr/>
            </a:lvl7pPr>
            <a:lvl8pPr lvl="7" algn="l">
              <a:spcBef>
                <a:spcPts val="0"/>
              </a:spcBef>
              <a:spcAft>
                <a:spcPts val="0"/>
              </a:spcAft>
              <a:buNone/>
              <a:defRPr/>
            </a:lvl8pPr>
            <a:lvl9pPr lvl="8" algn="l">
              <a:spcBef>
                <a:spcPts val="0"/>
              </a:spcBef>
              <a:spcAft>
                <a:spcPts val="0"/>
              </a:spcAft>
              <a:buNone/>
              <a:defRPr/>
            </a:lvl9pPr>
          </a:lstStyle>
          <a:p/>
        </p:txBody>
      </p:sp>
      <p:sp>
        <p:nvSpPr>
          <p:cNvPr id="72" name="Google Shape;72;p14"/>
          <p:cNvSpPr txBox="1"/>
          <p:nvPr>
            <p:ph type="subTitle" idx="1"/>
          </p:nvPr>
        </p:nvSpPr>
        <p:spPr>
          <a:xfrm>
            <a:off x="5907375" y="568663"/>
            <a:ext cx="26628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73" name="Google Shape;73;p14"/>
          <p:cNvSpPr txBox="1"/>
          <p:nvPr>
            <p:ph type="subTitle" idx="2"/>
          </p:nvPr>
        </p:nvSpPr>
        <p:spPr>
          <a:xfrm>
            <a:off x="5907375" y="850813"/>
            <a:ext cx="2662800" cy="6609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74" name="Google Shape;74;p14"/>
          <p:cNvSpPr txBox="1"/>
          <p:nvPr>
            <p:ph type="subTitle" idx="3"/>
          </p:nvPr>
        </p:nvSpPr>
        <p:spPr>
          <a:xfrm>
            <a:off x="5907375" y="2083125"/>
            <a:ext cx="26628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75" name="Google Shape;75;p14"/>
          <p:cNvSpPr txBox="1"/>
          <p:nvPr>
            <p:ph type="subTitle" idx="4"/>
          </p:nvPr>
        </p:nvSpPr>
        <p:spPr>
          <a:xfrm>
            <a:off x="5907375" y="2365275"/>
            <a:ext cx="2662800" cy="6609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76" name="Google Shape;76;p14"/>
          <p:cNvSpPr txBox="1"/>
          <p:nvPr>
            <p:ph type="subTitle" idx="5"/>
          </p:nvPr>
        </p:nvSpPr>
        <p:spPr>
          <a:xfrm>
            <a:off x="5907375" y="3597588"/>
            <a:ext cx="26628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77" name="Google Shape;77;p14"/>
          <p:cNvSpPr txBox="1"/>
          <p:nvPr>
            <p:ph type="subTitle" idx="6"/>
          </p:nvPr>
        </p:nvSpPr>
        <p:spPr>
          <a:xfrm>
            <a:off x="5907375" y="3879738"/>
            <a:ext cx="2662800" cy="6951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
    <p:spTree>
      <p:nvGrpSpPr>
        <p:cNvPr id="78" name="Shape 78"/>
        <p:cNvGrpSpPr/>
        <p:nvPr/>
      </p:nvGrpSpPr>
      <p:grpSpPr>
        <a:xfrm>
          <a:off x="0" y="0"/>
          <a:ext cx="0" cy="0"/>
          <a:chOff x="0" y="0"/>
          <a:chExt cx="0" cy="0"/>
        </a:xfrm>
      </p:grpSpPr>
      <p:sp>
        <p:nvSpPr>
          <p:cNvPr id="79" name="Google Shape;79;p15"/>
          <p:cNvSpPr/>
          <p:nvPr/>
        </p:nvSpPr>
        <p:spPr>
          <a:xfrm>
            <a:off x="8908875" y="0"/>
            <a:ext cx="235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 name="Google Shape;80;p15"/>
          <p:cNvSpPr/>
          <p:nvPr/>
        </p:nvSpPr>
        <p:spPr>
          <a:xfrm rot="-5400000">
            <a:off x="4412950" y="412350"/>
            <a:ext cx="310800" cy="91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 name="Google Shape;81;p15"/>
          <p:cNvSpPr txBox="1"/>
          <p:nvPr>
            <p:ph type="title"/>
          </p:nvPr>
        </p:nvSpPr>
        <p:spPr>
          <a:xfrm>
            <a:off x="726225" y="2037600"/>
            <a:ext cx="2456100" cy="10683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p:txBody>
      </p:sp>
      <p:sp>
        <p:nvSpPr>
          <p:cNvPr id="82" name="Google Shape;82;p15"/>
          <p:cNvSpPr txBox="1"/>
          <p:nvPr>
            <p:ph type="subTitle" idx="1"/>
          </p:nvPr>
        </p:nvSpPr>
        <p:spPr>
          <a:xfrm>
            <a:off x="4572000" y="2858654"/>
            <a:ext cx="29844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83" name="Google Shape;83;p15"/>
          <p:cNvSpPr txBox="1"/>
          <p:nvPr>
            <p:ph type="subTitle" idx="2"/>
          </p:nvPr>
        </p:nvSpPr>
        <p:spPr>
          <a:xfrm>
            <a:off x="4572000" y="3216525"/>
            <a:ext cx="2984400" cy="10683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84" name="Google Shape;84;p15"/>
          <p:cNvSpPr txBox="1"/>
          <p:nvPr>
            <p:ph type="subTitle" idx="3"/>
          </p:nvPr>
        </p:nvSpPr>
        <p:spPr>
          <a:xfrm>
            <a:off x="4572000" y="858675"/>
            <a:ext cx="29844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lvl1pPr>
            <a:lvl2pPr lvl="1" rtl="0">
              <a:spcBef>
                <a:spcPts val="0"/>
              </a:spcBef>
              <a:spcAft>
                <a:spcPts val="0"/>
              </a:spcAft>
              <a:buNone/>
              <a:defRPr sz="1800"/>
            </a:lvl2pPr>
            <a:lvl3pPr lvl="2" rtl="0">
              <a:spcBef>
                <a:spcPts val="0"/>
              </a:spcBef>
              <a:spcAft>
                <a:spcPts val="0"/>
              </a:spcAft>
              <a:buNone/>
              <a:defRPr sz="1800"/>
            </a:lvl3pPr>
            <a:lvl4pPr lvl="3" rtl="0">
              <a:spcBef>
                <a:spcPts val="0"/>
              </a:spcBef>
              <a:spcAft>
                <a:spcPts val="0"/>
              </a:spcAft>
              <a:buNone/>
              <a:defRPr sz="1800"/>
            </a:lvl4pPr>
            <a:lvl5pPr lvl="4" rtl="0">
              <a:spcBef>
                <a:spcPts val="0"/>
              </a:spcBef>
              <a:spcAft>
                <a:spcPts val="0"/>
              </a:spcAft>
              <a:buNone/>
              <a:defRPr sz="1800"/>
            </a:lvl5pPr>
            <a:lvl6pPr lvl="5" rtl="0">
              <a:spcBef>
                <a:spcPts val="0"/>
              </a:spcBef>
              <a:spcAft>
                <a:spcPts val="0"/>
              </a:spcAft>
              <a:buNone/>
              <a:defRPr sz="1800"/>
            </a:lvl6pPr>
            <a:lvl7pPr lvl="6" rtl="0">
              <a:spcBef>
                <a:spcPts val="0"/>
              </a:spcBef>
              <a:spcAft>
                <a:spcPts val="0"/>
              </a:spcAft>
              <a:buNone/>
              <a:defRPr sz="1800"/>
            </a:lvl7pPr>
            <a:lvl8pPr lvl="7" rtl="0">
              <a:spcBef>
                <a:spcPts val="0"/>
              </a:spcBef>
              <a:spcAft>
                <a:spcPts val="0"/>
              </a:spcAft>
              <a:buNone/>
              <a:defRPr sz="1800"/>
            </a:lvl8pPr>
            <a:lvl9pPr lvl="8" rtl="0">
              <a:spcBef>
                <a:spcPts val="0"/>
              </a:spcBef>
              <a:spcAft>
                <a:spcPts val="0"/>
              </a:spcAft>
              <a:buNone/>
              <a:defRPr sz="1800"/>
            </a:lvl9pPr>
          </a:lstStyle>
          <a:p/>
        </p:txBody>
      </p:sp>
      <p:sp>
        <p:nvSpPr>
          <p:cNvPr id="85" name="Google Shape;85;p15"/>
          <p:cNvSpPr txBox="1"/>
          <p:nvPr>
            <p:ph type="subTitle" idx="4"/>
          </p:nvPr>
        </p:nvSpPr>
        <p:spPr>
          <a:xfrm>
            <a:off x="4572000" y="1216550"/>
            <a:ext cx="2984400" cy="11028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2">
  <p:cSld name="CUSTOM_13">
    <p:spTree>
      <p:nvGrpSpPr>
        <p:cNvPr id="86" name="Shape 86"/>
        <p:cNvGrpSpPr/>
        <p:nvPr/>
      </p:nvGrpSpPr>
      <p:grpSpPr>
        <a:xfrm>
          <a:off x="0" y="0"/>
          <a:ext cx="0" cy="0"/>
          <a:chOff x="0" y="0"/>
          <a:chExt cx="0" cy="0"/>
        </a:xfrm>
      </p:grpSpPr>
      <p:sp>
        <p:nvSpPr>
          <p:cNvPr id="87" name="Google Shape;87;p16"/>
          <p:cNvSpPr/>
          <p:nvPr/>
        </p:nvSpPr>
        <p:spPr>
          <a:xfrm>
            <a:off x="100" y="4843300"/>
            <a:ext cx="9144000" cy="316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 name="Google Shape;88;p16"/>
          <p:cNvSpPr/>
          <p:nvPr/>
        </p:nvSpPr>
        <p:spPr>
          <a:xfrm>
            <a:off x="8889498" y="0"/>
            <a:ext cx="254700" cy="5159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 name="Google Shape;89;p16"/>
          <p:cNvSpPr txBox="1"/>
          <p:nvPr>
            <p:ph type="title"/>
          </p:nvPr>
        </p:nvSpPr>
        <p:spPr>
          <a:xfrm>
            <a:off x="726225" y="441350"/>
            <a:ext cx="76914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90" name="Google Shape;90;p16"/>
          <p:cNvSpPr txBox="1"/>
          <p:nvPr>
            <p:ph type="subTitle" idx="1"/>
          </p:nvPr>
        </p:nvSpPr>
        <p:spPr>
          <a:xfrm>
            <a:off x="829275" y="2463800"/>
            <a:ext cx="18306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91" name="Google Shape;91;p16"/>
          <p:cNvSpPr txBox="1"/>
          <p:nvPr>
            <p:ph type="subTitle" idx="2"/>
          </p:nvPr>
        </p:nvSpPr>
        <p:spPr>
          <a:xfrm>
            <a:off x="829275" y="2822150"/>
            <a:ext cx="1830600" cy="10041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p:txBody>
      </p:sp>
      <p:sp>
        <p:nvSpPr>
          <p:cNvPr id="92" name="Google Shape;92;p16"/>
          <p:cNvSpPr txBox="1"/>
          <p:nvPr>
            <p:ph type="subTitle" idx="3"/>
          </p:nvPr>
        </p:nvSpPr>
        <p:spPr>
          <a:xfrm>
            <a:off x="3656700" y="2463800"/>
            <a:ext cx="18306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93" name="Google Shape;93;p16"/>
          <p:cNvSpPr txBox="1"/>
          <p:nvPr>
            <p:ph type="subTitle" idx="4"/>
          </p:nvPr>
        </p:nvSpPr>
        <p:spPr>
          <a:xfrm>
            <a:off x="3656705" y="2822150"/>
            <a:ext cx="1830600" cy="10041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p:txBody>
      </p:sp>
      <p:sp>
        <p:nvSpPr>
          <p:cNvPr id="94" name="Google Shape;94;p16"/>
          <p:cNvSpPr txBox="1"/>
          <p:nvPr>
            <p:ph type="subTitle" idx="5"/>
          </p:nvPr>
        </p:nvSpPr>
        <p:spPr>
          <a:xfrm>
            <a:off x="6483988" y="2463800"/>
            <a:ext cx="18306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95" name="Google Shape;95;p16"/>
          <p:cNvSpPr txBox="1"/>
          <p:nvPr>
            <p:ph type="subTitle" idx="6"/>
          </p:nvPr>
        </p:nvSpPr>
        <p:spPr>
          <a:xfrm>
            <a:off x="6483997" y="2822150"/>
            <a:ext cx="1830600" cy="10041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400"/>
            </a:lvl1pPr>
            <a:lvl2pPr lvl="1" algn="ctr" rtl="0">
              <a:spcBef>
                <a:spcPts val="0"/>
              </a:spcBef>
              <a:spcAft>
                <a:spcPts val="0"/>
              </a:spcAft>
              <a:buNone/>
              <a:defRPr sz="1400"/>
            </a:lvl2pPr>
            <a:lvl3pPr lvl="2" algn="ctr" rtl="0">
              <a:spcBef>
                <a:spcPts val="0"/>
              </a:spcBef>
              <a:spcAft>
                <a:spcPts val="0"/>
              </a:spcAft>
              <a:buNone/>
              <a:defRPr sz="1400"/>
            </a:lvl3pPr>
            <a:lvl4pPr lvl="3" algn="ctr" rtl="0">
              <a:spcBef>
                <a:spcPts val="0"/>
              </a:spcBef>
              <a:spcAft>
                <a:spcPts val="0"/>
              </a:spcAft>
              <a:buNone/>
              <a:defRPr sz="1400"/>
            </a:lvl4pPr>
            <a:lvl5pPr lvl="4" algn="ctr" rtl="0">
              <a:spcBef>
                <a:spcPts val="0"/>
              </a:spcBef>
              <a:spcAft>
                <a:spcPts val="0"/>
              </a:spcAft>
              <a:buNone/>
              <a:defRPr sz="1400"/>
            </a:lvl5pPr>
            <a:lvl6pPr lvl="5" algn="ctr" rtl="0">
              <a:spcBef>
                <a:spcPts val="0"/>
              </a:spcBef>
              <a:spcAft>
                <a:spcPts val="0"/>
              </a:spcAft>
              <a:buNone/>
              <a:defRPr sz="1400"/>
            </a:lvl6pPr>
            <a:lvl7pPr lvl="6" algn="ctr" rtl="0">
              <a:spcBef>
                <a:spcPts val="0"/>
              </a:spcBef>
              <a:spcAft>
                <a:spcPts val="0"/>
              </a:spcAft>
              <a:buNone/>
              <a:defRPr sz="1400"/>
            </a:lvl7pPr>
            <a:lvl8pPr lvl="7" algn="ctr" rtl="0">
              <a:spcBef>
                <a:spcPts val="0"/>
              </a:spcBef>
              <a:spcAft>
                <a:spcPts val="0"/>
              </a:spcAft>
              <a:buNone/>
              <a:defRPr sz="1400"/>
            </a:lvl8pPr>
            <a:lvl9pPr lvl="8" algn="ctr" rtl="0">
              <a:spcBef>
                <a:spcPts val="0"/>
              </a:spcBef>
              <a:spcAft>
                <a:spcPts val="0"/>
              </a:spcAft>
              <a:buNone/>
              <a:defRPr sz="14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CUSTOM_2">
    <p:spTree>
      <p:nvGrpSpPr>
        <p:cNvPr id="96" name="Shape 96"/>
        <p:cNvGrpSpPr/>
        <p:nvPr/>
      </p:nvGrpSpPr>
      <p:grpSpPr>
        <a:xfrm>
          <a:off x="0" y="0"/>
          <a:ext cx="0" cy="0"/>
          <a:chOff x="0" y="0"/>
          <a:chExt cx="0" cy="0"/>
        </a:xfrm>
      </p:grpSpPr>
      <p:sp>
        <p:nvSpPr>
          <p:cNvPr id="97" name="Google Shape;97;p17"/>
          <p:cNvSpPr txBox="1"/>
          <p:nvPr>
            <p:ph type="title"/>
          </p:nvPr>
        </p:nvSpPr>
        <p:spPr>
          <a:xfrm>
            <a:off x="726225" y="438300"/>
            <a:ext cx="7691400" cy="572700"/>
          </a:xfrm>
          <a:prstGeom prst="rect">
            <a:avLst/>
          </a:prstGeom>
        </p:spPr>
        <p:txBody>
          <a:bodyPr spcFirstLastPara="1" wrap="square" lIns="91425" tIns="91425" rIns="91425" bIns="91425" anchor="t" anchorCtr="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98" name="Google Shape;98;p17"/>
          <p:cNvSpPr txBox="1"/>
          <p:nvPr>
            <p:ph type="subTitle" idx="1"/>
          </p:nvPr>
        </p:nvSpPr>
        <p:spPr>
          <a:xfrm>
            <a:off x="1384075" y="1830530"/>
            <a:ext cx="1711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p:txBody>
      </p:sp>
      <p:sp>
        <p:nvSpPr>
          <p:cNvPr id="99" name="Google Shape;99;p17"/>
          <p:cNvSpPr txBox="1"/>
          <p:nvPr>
            <p:ph type="subTitle" idx="2"/>
          </p:nvPr>
        </p:nvSpPr>
        <p:spPr>
          <a:xfrm>
            <a:off x="1384075" y="2112084"/>
            <a:ext cx="1711800" cy="682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100" name="Google Shape;100;p17"/>
          <p:cNvSpPr txBox="1"/>
          <p:nvPr>
            <p:ph type="subTitle" idx="3"/>
          </p:nvPr>
        </p:nvSpPr>
        <p:spPr>
          <a:xfrm>
            <a:off x="3716100" y="1830530"/>
            <a:ext cx="1711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p:txBody>
      </p:sp>
      <p:sp>
        <p:nvSpPr>
          <p:cNvPr id="101" name="Google Shape;101;p17"/>
          <p:cNvSpPr txBox="1"/>
          <p:nvPr>
            <p:ph type="subTitle" idx="4"/>
          </p:nvPr>
        </p:nvSpPr>
        <p:spPr>
          <a:xfrm>
            <a:off x="3716100" y="2112084"/>
            <a:ext cx="1711800" cy="682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102" name="Google Shape;102;p17"/>
          <p:cNvSpPr txBox="1"/>
          <p:nvPr>
            <p:ph type="subTitle" idx="5"/>
          </p:nvPr>
        </p:nvSpPr>
        <p:spPr>
          <a:xfrm>
            <a:off x="6048125" y="1830530"/>
            <a:ext cx="1711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p:txBody>
      </p:sp>
      <p:sp>
        <p:nvSpPr>
          <p:cNvPr id="103" name="Google Shape;103;p17"/>
          <p:cNvSpPr txBox="1"/>
          <p:nvPr>
            <p:ph type="subTitle" idx="6"/>
          </p:nvPr>
        </p:nvSpPr>
        <p:spPr>
          <a:xfrm>
            <a:off x="6048125" y="2112084"/>
            <a:ext cx="1711800" cy="682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104" name="Google Shape;104;p17"/>
          <p:cNvSpPr txBox="1"/>
          <p:nvPr>
            <p:ph type="subTitle" idx="7"/>
          </p:nvPr>
        </p:nvSpPr>
        <p:spPr>
          <a:xfrm>
            <a:off x="1384075" y="3776673"/>
            <a:ext cx="1711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p:txBody>
      </p:sp>
      <p:sp>
        <p:nvSpPr>
          <p:cNvPr id="105" name="Google Shape;105;p17"/>
          <p:cNvSpPr txBox="1"/>
          <p:nvPr>
            <p:ph type="subTitle" idx="8"/>
          </p:nvPr>
        </p:nvSpPr>
        <p:spPr>
          <a:xfrm>
            <a:off x="1384075" y="4058227"/>
            <a:ext cx="1711800" cy="625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106" name="Google Shape;106;p17"/>
          <p:cNvSpPr txBox="1"/>
          <p:nvPr>
            <p:ph type="subTitle" idx="9"/>
          </p:nvPr>
        </p:nvSpPr>
        <p:spPr>
          <a:xfrm>
            <a:off x="3716100" y="3776673"/>
            <a:ext cx="1711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p:txBody>
      </p:sp>
      <p:sp>
        <p:nvSpPr>
          <p:cNvPr id="107" name="Google Shape;107;p17"/>
          <p:cNvSpPr txBox="1"/>
          <p:nvPr>
            <p:ph type="subTitle" idx="13"/>
          </p:nvPr>
        </p:nvSpPr>
        <p:spPr>
          <a:xfrm>
            <a:off x="3716100" y="4058227"/>
            <a:ext cx="1711800" cy="625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
        <p:nvSpPr>
          <p:cNvPr id="108" name="Google Shape;108;p17"/>
          <p:cNvSpPr txBox="1"/>
          <p:nvPr>
            <p:ph type="subTitle" idx="14"/>
          </p:nvPr>
        </p:nvSpPr>
        <p:spPr>
          <a:xfrm>
            <a:off x="6048125" y="3776673"/>
            <a:ext cx="1711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lvl1pPr>
            <a:lvl2pPr lvl="1" algn="ctr" rtl="0">
              <a:spcBef>
                <a:spcPts val="0"/>
              </a:spcBef>
              <a:spcAft>
                <a:spcPts val="0"/>
              </a:spcAft>
              <a:buNone/>
              <a:defRPr sz="1800"/>
            </a:lvl2pPr>
            <a:lvl3pPr lvl="2" algn="ctr" rtl="0">
              <a:spcBef>
                <a:spcPts val="0"/>
              </a:spcBef>
              <a:spcAft>
                <a:spcPts val="0"/>
              </a:spcAft>
              <a:buNone/>
              <a:defRPr sz="1800"/>
            </a:lvl3pPr>
            <a:lvl4pPr lvl="3" algn="ctr" rtl="0">
              <a:spcBef>
                <a:spcPts val="0"/>
              </a:spcBef>
              <a:spcAft>
                <a:spcPts val="0"/>
              </a:spcAft>
              <a:buNone/>
              <a:defRPr sz="1800"/>
            </a:lvl4pPr>
            <a:lvl5pPr lvl="4" algn="ctr" rtl="0">
              <a:spcBef>
                <a:spcPts val="0"/>
              </a:spcBef>
              <a:spcAft>
                <a:spcPts val="0"/>
              </a:spcAft>
              <a:buNone/>
              <a:defRPr sz="1800"/>
            </a:lvl5pPr>
            <a:lvl6pPr lvl="5" algn="ctr" rtl="0">
              <a:spcBef>
                <a:spcPts val="0"/>
              </a:spcBef>
              <a:spcAft>
                <a:spcPts val="0"/>
              </a:spcAft>
              <a:buNone/>
              <a:defRPr sz="1800"/>
            </a:lvl6pPr>
            <a:lvl7pPr lvl="6" algn="ctr" rtl="0">
              <a:spcBef>
                <a:spcPts val="0"/>
              </a:spcBef>
              <a:spcAft>
                <a:spcPts val="0"/>
              </a:spcAft>
              <a:buNone/>
              <a:defRPr sz="1800"/>
            </a:lvl7pPr>
            <a:lvl8pPr lvl="7" algn="ctr" rtl="0">
              <a:spcBef>
                <a:spcPts val="0"/>
              </a:spcBef>
              <a:spcAft>
                <a:spcPts val="0"/>
              </a:spcAft>
              <a:buNone/>
              <a:defRPr sz="1800"/>
            </a:lvl8pPr>
            <a:lvl9pPr lvl="8" algn="ctr" rtl="0">
              <a:spcBef>
                <a:spcPts val="0"/>
              </a:spcBef>
              <a:spcAft>
                <a:spcPts val="0"/>
              </a:spcAft>
              <a:buNone/>
              <a:defRPr sz="1800"/>
            </a:lvl9pPr>
          </a:lstStyle>
          <a:p/>
        </p:txBody>
      </p:sp>
      <p:sp>
        <p:nvSpPr>
          <p:cNvPr id="109" name="Google Shape;109;p17"/>
          <p:cNvSpPr txBox="1"/>
          <p:nvPr>
            <p:ph type="subTitle" idx="15"/>
          </p:nvPr>
        </p:nvSpPr>
        <p:spPr>
          <a:xfrm>
            <a:off x="6048125" y="4058227"/>
            <a:ext cx="1711800" cy="625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numbers">
  <p:cSld name="CUSTOM_8">
    <p:spTree>
      <p:nvGrpSpPr>
        <p:cNvPr id="110" name="Shape 110"/>
        <p:cNvGrpSpPr/>
        <p:nvPr/>
      </p:nvGrpSpPr>
      <p:grpSpPr>
        <a:xfrm>
          <a:off x="0" y="0"/>
          <a:ext cx="0" cy="0"/>
          <a:chOff x="0" y="0"/>
          <a:chExt cx="0" cy="0"/>
        </a:xfrm>
      </p:grpSpPr>
      <p:sp>
        <p:nvSpPr>
          <p:cNvPr id="111" name="Google Shape;111;p18"/>
          <p:cNvSpPr/>
          <p:nvPr/>
        </p:nvSpPr>
        <p:spPr>
          <a:xfrm>
            <a:off x="8705100" y="0"/>
            <a:ext cx="4389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 name="Google Shape;112;p18"/>
          <p:cNvSpPr txBox="1"/>
          <p:nvPr>
            <p:ph type="title" hasCustomPrompt="1"/>
          </p:nvPr>
        </p:nvSpPr>
        <p:spPr>
          <a:xfrm>
            <a:off x="4874875" y="539675"/>
            <a:ext cx="3379500" cy="5862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1"/>
              </a:buClr>
              <a:buSzPts val="3600"/>
              <a:buNone/>
              <a:defRPr sz="4100" b="1">
                <a:solidFill>
                  <a:schemeClr val="accent1"/>
                </a:solidFill>
              </a:defRPr>
            </a:lvl1pPr>
            <a:lvl2pPr lvl="1" algn="ctr" rtl="0">
              <a:spcBef>
                <a:spcPts val="0"/>
              </a:spcBef>
              <a:spcAft>
                <a:spcPts val="0"/>
              </a:spcAft>
              <a:buClr>
                <a:schemeClr val="accent1"/>
              </a:buClr>
              <a:buSzPts val="3600"/>
              <a:buNone/>
              <a:defRPr sz="3600" b="1">
                <a:solidFill>
                  <a:schemeClr val="accent1"/>
                </a:solidFill>
              </a:defRPr>
            </a:lvl2pPr>
            <a:lvl3pPr lvl="2" algn="ctr" rtl="0">
              <a:spcBef>
                <a:spcPts val="0"/>
              </a:spcBef>
              <a:spcAft>
                <a:spcPts val="0"/>
              </a:spcAft>
              <a:buClr>
                <a:schemeClr val="accent1"/>
              </a:buClr>
              <a:buSzPts val="3600"/>
              <a:buNone/>
              <a:defRPr sz="3600" b="1">
                <a:solidFill>
                  <a:schemeClr val="accent1"/>
                </a:solidFill>
              </a:defRPr>
            </a:lvl3pPr>
            <a:lvl4pPr lvl="3" algn="ctr" rtl="0">
              <a:spcBef>
                <a:spcPts val="0"/>
              </a:spcBef>
              <a:spcAft>
                <a:spcPts val="0"/>
              </a:spcAft>
              <a:buClr>
                <a:schemeClr val="accent1"/>
              </a:buClr>
              <a:buSzPts val="3600"/>
              <a:buNone/>
              <a:defRPr sz="3600" b="1">
                <a:solidFill>
                  <a:schemeClr val="accent1"/>
                </a:solidFill>
              </a:defRPr>
            </a:lvl4pPr>
            <a:lvl5pPr lvl="4" algn="ctr" rtl="0">
              <a:spcBef>
                <a:spcPts val="0"/>
              </a:spcBef>
              <a:spcAft>
                <a:spcPts val="0"/>
              </a:spcAft>
              <a:buClr>
                <a:schemeClr val="accent1"/>
              </a:buClr>
              <a:buSzPts val="3600"/>
              <a:buNone/>
              <a:defRPr sz="3600" b="1">
                <a:solidFill>
                  <a:schemeClr val="accent1"/>
                </a:solidFill>
              </a:defRPr>
            </a:lvl5pPr>
            <a:lvl6pPr lvl="5" algn="ctr" rtl="0">
              <a:spcBef>
                <a:spcPts val="0"/>
              </a:spcBef>
              <a:spcAft>
                <a:spcPts val="0"/>
              </a:spcAft>
              <a:buClr>
                <a:schemeClr val="accent1"/>
              </a:buClr>
              <a:buSzPts val="3600"/>
              <a:buNone/>
              <a:defRPr sz="3600" b="1">
                <a:solidFill>
                  <a:schemeClr val="accent1"/>
                </a:solidFill>
              </a:defRPr>
            </a:lvl6pPr>
            <a:lvl7pPr lvl="6" algn="ctr" rtl="0">
              <a:spcBef>
                <a:spcPts val="0"/>
              </a:spcBef>
              <a:spcAft>
                <a:spcPts val="0"/>
              </a:spcAft>
              <a:buClr>
                <a:schemeClr val="accent1"/>
              </a:buClr>
              <a:buSzPts val="3600"/>
              <a:buNone/>
              <a:defRPr sz="3600" b="1">
                <a:solidFill>
                  <a:schemeClr val="accent1"/>
                </a:solidFill>
              </a:defRPr>
            </a:lvl7pPr>
            <a:lvl8pPr lvl="7" algn="ctr" rtl="0">
              <a:spcBef>
                <a:spcPts val="0"/>
              </a:spcBef>
              <a:spcAft>
                <a:spcPts val="0"/>
              </a:spcAft>
              <a:buClr>
                <a:schemeClr val="accent1"/>
              </a:buClr>
              <a:buSzPts val="3600"/>
              <a:buNone/>
              <a:defRPr sz="3600" b="1">
                <a:solidFill>
                  <a:schemeClr val="accent1"/>
                </a:solidFill>
              </a:defRPr>
            </a:lvl8pPr>
            <a:lvl9pPr lvl="8" algn="ctr" rtl="0">
              <a:spcBef>
                <a:spcPts val="0"/>
              </a:spcBef>
              <a:spcAft>
                <a:spcPts val="0"/>
              </a:spcAft>
              <a:buClr>
                <a:schemeClr val="accent1"/>
              </a:buClr>
              <a:buSzPts val="3600"/>
              <a:buNone/>
              <a:defRPr sz="3600" b="1">
                <a:solidFill>
                  <a:schemeClr val="accent1"/>
                </a:solidFill>
              </a:defRPr>
            </a:lvl9pPr>
          </a:lstStyle>
          <a:p>
            <a:r>
              <a:t>xx%</a:t>
            </a:r>
          </a:p>
        </p:txBody>
      </p:sp>
      <p:sp>
        <p:nvSpPr>
          <p:cNvPr id="113" name="Google Shape;113;p18"/>
          <p:cNvSpPr txBox="1"/>
          <p:nvPr>
            <p:ph type="subTitle" idx="1"/>
          </p:nvPr>
        </p:nvSpPr>
        <p:spPr>
          <a:xfrm>
            <a:off x="4879696" y="995121"/>
            <a:ext cx="33795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14" name="Google Shape;114;p18"/>
          <p:cNvSpPr txBox="1"/>
          <p:nvPr>
            <p:ph type="title" idx="2" hasCustomPrompt="1"/>
          </p:nvPr>
        </p:nvSpPr>
        <p:spPr>
          <a:xfrm>
            <a:off x="4874875" y="2145292"/>
            <a:ext cx="3379500" cy="5862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1"/>
              </a:buClr>
              <a:buSzPts val="3600"/>
              <a:buNone/>
              <a:defRPr sz="4100" b="1">
                <a:solidFill>
                  <a:schemeClr val="accent1"/>
                </a:solidFill>
              </a:defRPr>
            </a:lvl1pPr>
            <a:lvl2pPr lvl="1" algn="ctr" rtl="0">
              <a:spcBef>
                <a:spcPts val="0"/>
              </a:spcBef>
              <a:spcAft>
                <a:spcPts val="0"/>
              </a:spcAft>
              <a:buClr>
                <a:schemeClr val="accent1"/>
              </a:buClr>
              <a:buSzPts val="3600"/>
              <a:buNone/>
              <a:defRPr sz="3600" b="1">
                <a:solidFill>
                  <a:schemeClr val="accent1"/>
                </a:solidFill>
              </a:defRPr>
            </a:lvl2pPr>
            <a:lvl3pPr lvl="2" algn="ctr" rtl="0">
              <a:spcBef>
                <a:spcPts val="0"/>
              </a:spcBef>
              <a:spcAft>
                <a:spcPts val="0"/>
              </a:spcAft>
              <a:buClr>
                <a:schemeClr val="accent1"/>
              </a:buClr>
              <a:buSzPts val="3600"/>
              <a:buNone/>
              <a:defRPr sz="3600" b="1">
                <a:solidFill>
                  <a:schemeClr val="accent1"/>
                </a:solidFill>
              </a:defRPr>
            </a:lvl3pPr>
            <a:lvl4pPr lvl="3" algn="ctr" rtl="0">
              <a:spcBef>
                <a:spcPts val="0"/>
              </a:spcBef>
              <a:spcAft>
                <a:spcPts val="0"/>
              </a:spcAft>
              <a:buClr>
                <a:schemeClr val="accent1"/>
              </a:buClr>
              <a:buSzPts val="3600"/>
              <a:buNone/>
              <a:defRPr sz="3600" b="1">
                <a:solidFill>
                  <a:schemeClr val="accent1"/>
                </a:solidFill>
              </a:defRPr>
            </a:lvl4pPr>
            <a:lvl5pPr lvl="4" algn="ctr" rtl="0">
              <a:spcBef>
                <a:spcPts val="0"/>
              </a:spcBef>
              <a:spcAft>
                <a:spcPts val="0"/>
              </a:spcAft>
              <a:buClr>
                <a:schemeClr val="accent1"/>
              </a:buClr>
              <a:buSzPts val="3600"/>
              <a:buNone/>
              <a:defRPr sz="3600" b="1">
                <a:solidFill>
                  <a:schemeClr val="accent1"/>
                </a:solidFill>
              </a:defRPr>
            </a:lvl5pPr>
            <a:lvl6pPr lvl="5" algn="ctr" rtl="0">
              <a:spcBef>
                <a:spcPts val="0"/>
              </a:spcBef>
              <a:spcAft>
                <a:spcPts val="0"/>
              </a:spcAft>
              <a:buClr>
                <a:schemeClr val="accent1"/>
              </a:buClr>
              <a:buSzPts val="3600"/>
              <a:buNone/>
              <a:defRPr sz="3600" b="1">
                <a:solidFill>
                  <a:schemeClr val="accent1"/>
                </a:solidFill>
              </a:defRPr>
            </a:lvl6pPr>
            <a:lvl7pPr lvl="6" algn="ctr" rtl="0">
              <a:spcBef>
                <a:spcPts val="0"/>
              </a:spcBef>
              <a:spcAft>
                <a:spcPts val="0"/>
              </a:spcAft>
              <a:buClr>
                <a:schemeClr val="accent1"/>
              </a:buClr>
              <a:buSzPts val="3600"/>
              <a:buNone/>
              <a:defRPr sz="3600" b="1">
                <a:solidFill>
                  <a:schemeClr val="accent1"/>
                </a:solidFill>
              </a:defRPr>
            </a:lvl7pPr>
            <a:lvl8pPr lvl="7" algn="ctr" rtl="0">
              <a:spcBef>
                <a:spcPts val="0"/>
              </a:spcBef>
              <a:spcAft>
                <a:spcPts val="0"/>
              </a:spcAft>
              <a:buClr>
                <a:schemeClr val="accent1"/>
              </a:buClr>
              <a:buSzPts val="3600"/>
              <a:buNone/>
              <a:defRPr sz="3600" b="1">
                <a:solidFill>
                  <a:schemeClr val="accent1"/>
                </a:solidFill>
              </a:defRPr>
            </a:lvl8pPr>
            <a:lvl9pPr lvl="8" algn="ctr" rtl="0">
              <a:spcBef>
                <a:spcPts val="0"/>
              </a:spcBef>
              <a:spcAft>
                <a:spcPts val="0"/>
              </a:spcAft>
              <a:buClr>
                <a:schemeClr val="accent1"/>
              </a:buClr>
              <a:buSzPts val="3600"/>
              <a:buNone/>
              <a:defRPr sz="3600" b="1">
                <a:solidFill>
                  <a:schemeClr val="accent1"/>
                </a:solidFill>
              </a:defRPr>
            </a:lvl9pPr>
          </a:lstStyle>
          <a:p>
            <a:r>
              <a:t>xx%</a:t>
            </a:r>
          </a:p>
        </p:txBody>
      </p:sp>
      <p:sp>
        <p:nvSpPr>
          <p:cNvPr id="115" name="Google Shape;115;p18"/>
          <p:cNvSpPr txBox="1"/>
          <p:nvPr>
            <p:ph type="subTitle" idx="3"/>
          </p:nvPr>
        </p:nvSpPr>
        <p:spPr>
          <a:xfrm>
            <a:off x="4879696" y="2601333"/>
            <a:ext cx="33795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16" name="Google Shape;116;p18"/>
          <p:cNvSpPr txBox="1"/>
          <p:nvPr>
            <p:ph type="title" idx="4" hasCustomPrompt="1"/>
          </p:nvPr>
        </p:nvSpPr>
        <p:spPr>
          <a:xfrm>
            <a:off x="4874875" y="3751509"/>
            <a:ext cx="3379500" cy="586200"/>
          </a:xfrm>
          <a:prstGeom prst="rect">
            <a:avLst/>
          </a:prstGeom>
        </p:spPr>
        <p:txBody>
          <a:bodyPr spcFirstLastPara="1" wrap="square" lIns="91425" tIns="91425" rIns="91425" bIns="91425" anchor="b" anchorCtr="0">
            <a:noAutofit/>
          </a:bodyPr>
          <a:lstStyle>
            <a:lvl1pPr lvl="0" algn="l" rtl="0">
              <a:spcBef>
                <a:spcPts val="0"/>
              </a:spcBef>
              <a:spcAft>
                <a:spcPts val="0"/>
              </a:spcAft>
              <a:buClr>
                <a:schemeClr val="accent1"/>
              </a:buClr>
              <a:buSzPts val="3600"/>
              <a:buNone/>
              <a:defRPr sz="4100" b="1">
                <a:solidFill>
                  <a:schemeClr val="accent1"/>
                </a:solidFill>
              </a:defRPr>
            </a:lvl1pPr>
            <a:lvl2pPr lvl="1" algn="ctr" rtl="0">
              <a:spcBef>
                <a:spcPts val="0"/>
              </a:spcBef>
              <a:spcAft>
                <a:spcPts val="0"/>
              </a:spcAft>
              <a:buClr>
                <a:schemeClr val="accent1"/>
              </a:buClr>
              <a:buSzPts val="3600"/>
              <a:buNone/>
              <a:defRPr sz="3600" b="1">
                <a:solidFill>
                  <a:schemeClr val="accent1"/>
                </a:solidFill>
              </a:defRPr>
            </a:lvl2pPr>
            <a:lvl3pPr lvl="2" algn="ctr" rtl="0">
              <a:spcBef>
                <a:spcPts val="0"/>
              </a:spcBef>
              <a:spcAft>
                <a:spcPts val="0"/>
              </a:spcAft>
              <a:buClr>
                <a:schemeClr val="accent1"/>
              </a:buClr>
              <a:buSzPts val="3600"/>
              <a:buNone/>
              <a:defRPr sz="3600" b="1">
                <a:solidFill>
                  <a:schemeClr val="accent1"/>
                </a:solidFill>
              </a:defRPr>
            </a:lvl3pPr>
            <a:lvl4pPr lvl="3" algn="ctr" rtl="0">
              <a:spcBef>
                <a:spcPts val="0"/>
              </a:spcBef>
              <a:spcAft>
                <a:spcPts val="0"/>
              </a:spcAft>
              <a:buClr>
                <a:schemeClr val="accent1"/>
              </a:buClr>
              <a:buSzPts val="3600"/>
              <a:buNone/>
              <a:defRPr sz="3600" b="1">
                <a:solidFill>
                  <a:schemeClr val="accent1"/>
                </a:solidFill>
              </a:defRPr>
            </a:lvl4pPr>
            <a:lvl5pPr lvl="4" algn="ctr" rtl="0">
              <a:spcBef>
                <a:spcPts val="0"/>
              </a:spcBef>
              <a:spcAft>
                <a:spcPts val="0"/>
              </a:spcAft>
              <a:buClr>
                <a:schemeClr val="accent1"/>
              </a:buClr>
              <a:buSzPts val="3600"/>
              <a:buNone/>
              <a:defRPr sz="3600" b="1">
                <a:solidFill>
                  <a:schemeClr val="accent1"/>
                </a:solidFill>
              </a:defRPr>
            </a:lvl5pPr>
            <a:lvl6pPr lvl="5" algn="ctr" rtl="0">
              <a:spcBef>
                <a:spcPts val="0"/>
              </a:spcBef>
              <a:spcAft>
                <a:spcPts val="0"/>
              </a:spcAft>
              <a:buClr>
                <a:schemeClr val="accent1"/>
              </a:buClr>
              <a:buSzPts val="3600"/>
              <a:buNone/>
              <a:defRPr sz="3600" b="1">
                <a:solidFill>
                  <a:schemeClr val="accent1"/>
                </a:solidFill>
              </a:defRPr>
            </a:lvl6pPr>
            <a:lvl7pPr lvl="6" algn="ctr" rtl="0">
              <a:spcBef>
                <a:spcPts val="0"/>
              </a:spcBef>
              <a:spcAft>
                <a:spcPts val="0"/>
              </a:spcAft>
              <a:buClr>
                <a:schemeClr val="accent1"/>
              </a:buClr>
              <a:buSzPts val="3600"/>
              <a:buNone/>
              <a:defRPr sz="3600" b="1">
                <a:solidFill>
                  <a:schemeClr val="accent1"/>
                </a:solidFill>
              </a:defRPr>
            </a:lvl7pPr>
            <a:lvl8pPr lvl="7" algn="ctr" rtl="0">
              <a:spcBef>
                <a:spcPts val="0"/>
              </a:spcBef>
              <a:spcAft>
                <a:spcPts val="0"/>
              </a:spcAft>
              <a:buClr>
                <a:schemeClr val="accent1"/>
              </a:buClr>
              <a:buSzPts val="3600"/>
              <a:buNone/>
              <a:defRPr sz="3600" b="1">
                <a:solidFill>
                  <a:schemeClr val="accent1"/>
                </a:solidFill>
              </a:defRPr>
            </a:lvl8pPr>
            <a:lvl9pPr lvl="8" algn="ctr" rtl="0">
              <a:spcBef>
                <a:spcPts val="0"/>
              </a:spcBef>
              <a:spcAft>
                <a:spcPts val="0"/>
              </a:spcAft>
              <a:buClr>
                <a:schemeClr val="accent1"/>
              </a:buClr>
              <a:buSzPts val="3600"/>
              <a:buNone/>
              <a:defRPr sz="3600" b="1">
                <a:solidFill>
                  <a:schemeClr val="accent1"/>
                </a:solidFill>
              </a:defRPr>
            </a:lvl9pPr>
          </a:lstStyle>
          <a:p>
            <a:r>
              <a:t>xx%</a:t>
            </a:r>
          </a:p>
        </p:txBody>
      </p:sp>
      <p:sp>
        <p:nvSpPr>
          <p:cNvPr id="117" name="Google Shape;117;p18"/>
          <p:cNvSpPr txBox="1"/>
          <p:nvPr>
            <p:ph type="subTitle" idx="5"/>
          </p:nvPr>
        </p:nvSpPr>
        <p:spPr>
          <a:xfrm>
            <a:off x="4879696" y="4207550"/>
            <a:ext cx="33795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18" name="Google Shape;118;p18"/>
          <p:cNvSpPr txBox="1"/>
          <p:nvPr>
            <p:ph type="title" idx="6"/>
          </p:nvPr>
        </p:nvSpPr>
        <p:spPr>
          <a:xfrm>
            <a:off x="726225" y="2096250"/>
            <a:ext cx="2348700" cy="951000"/>
          </a:xfrm>
          <a:prstGeom prst="rect">
            <a:avLst/>
          </a:prstGeom>
        </p:spPr>
        <p:txBody>
          <a:bodyPr spcFirstLastPara="1" wrap="square" lIns="91425" tIns="91425" rIns="91425" bIns="91425" anchor="ctr" anchorCtr="0">
            <a:noAutofit/>
          </a:bodyPr>
          <a:lstStyle>
            <a:lvl1pPr lvl="0" algn="l" rtl="0">
              <a:spcBef>
                <a:spcPts val="0"/>
              </a:spcBef>
              <a:spcAft>
                <a:spcPts val="0"/>
              </a:spcAft>
              <a:buNone/>
              <a:defRPr/>
            </a:lvl1pPr>
            <a:lvl2pPr lvl="1" algn="l" rtl="0">
              <a:spcBef>
                <a:spcPts val="0"/>
              </a:spcBef>
              <a:spcAft>
                <a:spcPts val="0"/>
              </a:spcAft>
              <a:buNone/>
              <a:defRPr/>
            </a:lvl2pPr>
            <a:lvl3pPr lvl="2" algn="l" rtl="0">
              <a:spcBef>
                <a:spcPts val="0"/>
              </a:spcBef>
              <a:spcAft>
                <a:spcPts val="0"/>
              </a:spcAft>
              <a:buNone/>
              <a:defRPr/>
            </a:lvl3pPr>
            <a:lvl4pPr lvl="3" algn="l" rtl="0">
              <a:spcBef>
                <a:spcPts val="0"/>
              </a:spcBef>
              <a:spcAft>
                <a:spcPts val="0"/>
              </a:spcAft>
              <a:buNone/>
              <a:defRPr/>
            </a:lvl4pPr>
            <a:lvl5pPr lvl="4" algn="l" rtl="0">
              <a:spcBef>
                <a:spcPts val="0"/>
              </a:spcBef>
              <a:spcAft>
                <a:spcPts val="0"/>
              </a:spcAft>
              <a:buNone/>
              <a:defRPr/>
            </a:lvl5pPr>
            <a:lvl6pPr lvl="5" algn="l" rtl="0">
              <a:spcBef>
                <a:spcPts val="0"/>
              </a:spcBef>
              <a:spcAft>
                <a:spcPts val="0"/>
              </a:spcAft>
              <a:buNone/>
              <a:defRPr/>
            </a:lvl6pPr>
            <a:lvl7pPr lvl="6" algn="l" rtl="0">
              <a:spcBef>
                <a:spcPts val="0"/>
              </a:spcBef>
              <a:spcAft>
                <a:spcPts val="0"/>
              </a:spcAft>
              <a:buNone/>
              <a:defRPr/>
            </a:lvl7pPr>
            <a:lvl8pPr lvl="7" algn="l" rtl="0">
              <a:spcBef>
                <a:spcPts val="0"/>
              </a:spcBef>
              <a:spcAft>
                <a:spcPts val="0"/>
              </a:spcAft>
              <a:buNone/>
              <a:defRPr/>
            </a:lvl8pPr>
            <a:lvl9pPr lvl="8" algn="l" rtl="0">
              <a:spcBef>
                <a:spcPts val="0"/>
              </a:spcBef>
              <a:spcAft>
                <a:spcPts val="0"/>
              </a:spcAft>
              <a:buNone/>
              <a:defRPr/>
            </a:lvl9pPr>
          </a:lstStyle>
          <a:p/>
        </p:txBody>
      </p:sp>
      <p:sp>
        <p:nvSpPr>
          <p:cNvPr id="119" name="Google Shape;119;p18"/>
          <p:cNvSpPr/>
          <p:nvPr/>
        </p:nvSpPr>
        <p:spPr>
          <a:xfrm>
            <a:off x="0" y="0"/>
            <a:ext cx="4389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p:cSld name="CUSTOM_9">
    <p:spTree>
      <p:nvGrpSpPr>
        <p:cNvPr id="120" name="Shape 120"/>
        <p:cNvGrpSpPr/>
        <p:nvPr/>
      </p:nvGrpSpPr>
      <p:grpSpPr>
        <a:xfrm>
          <a:off x="0" y="0"/>
          <a:ext cx="0" cy="0"/>
          <a:chOff x="0" y="0"/>
          <a:chExt cx="0" cy="0"/>
        </a:xfrm>
      </p:grpSpPr>
      <p:sp>
        <p:nvSpPr>
          <p:cNvPr id="121" name="Google Shape;121;p19"/>
          <p:cNvSpPr/>
          <p:nvPr/>
        </p:nvSpPr>
        <p:spPr>
          <a:xfrm>
            <a:off x="0" y="0"/>
            <a:ext cx="9152100" cy="199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 name="Google Shape;122;p19"/>
          <p:cNvSpPr txBox="1"/>
          <p:nvPr>
            <p:ph type="title"/>
          </p:nvPr>
        </p:nvSpPr>
        <p:spPr>
          <a:xfrm>
            <a:off x="726225" y="2124300"/>
            <a:ext cx="2549700" cy="894900"/>
          </a:xfrm>
          <a:prstGeom prst="rect">
            <a:avLst/>
          </a:prstGeom>
        </p:spPr>
        <p:txBody>
          <a:bodyPr spcFirstLastPara="1" wrap="square" lIns="91425" tIns="91425" rIns="91425" bIns="91425" anchor="ctr" anchorCtr="0">
            <a:noAutofit/>
          </a:bodyPr>
          <a:lstStyle>
            <a:lvl1pPr lvl="0" algn="l">
              <a:spcBef>
                <a:spcPts val="0"/>
              </a:spcBef>
              <a:spcAft>
                <a:spcPts val="0"/>
              </a:spcAft>
              <a:buNone/>
              <a:defRPr/>
            </a:lvl1pPr>
            <a:lvl2pPr lvl="1" algn="l">
              <a:spcBef>
                <a:spcPts val="0"/>
              </a:spcBef>
              <a:spcAft>
                <a:spcPts val="0"/>
              </a:spcAft>
              <a:buNone/>
              <a:defRPr/>
            </a:lvl2pPr>
            <a:lvl3pPr lvl="2" algn="l">
              <a:spcBef>
                <a:spcPts val="0"/>
              </a:spcBef>
              <a:spcAft>
                <a:spcPts val="0"/>
              </a:spcAft>
              <a:buNone/>
              <a:defRPr/>
            </a:lvl3pPr>
            <a:lvl4pPr lvl="3" algn="l">
              <a:spcBef>
                <a:spcPts val="0"/>
              </a:spcBef>
              <a:spcAft>
                <a:spcPts val="0"/>
              </a:spcAft>
              <a:buNone/>
              <a:defRPr/>
            </a:lvl4pPr>
            <a:lvl5pPr lvl="4" algn="l">
              <a:spcBef>
                <a:spcPts val="0"/>
              </a:spcBef>
              <a:spcAft>
                <a:spcPts val="0"/>
              </a:spcAft>
              <a:buNone/>
              <a:defRPr/>
            </a:lvl5pPr>
            <a:lvl6pPr lvl="5" algn="l">
              <a:spcBef>
                <a:spcPts val="0"/>
              </a:spcBef>
              <a:spcAft>
                <a:spcPts val="0"/>
              </a:spcAft>
              <a:buNone/>
              <a:defRPr/>
            </a:lvl6pPr>
            <a:lvl7pPr lvl="6" algn="l">
              <a:spcBef>
                <a:spcPts val="0"/>
              </a:spcBef>
              <a:spcAft>
                <a:spcPts val="0"/>
              </a:spcAft>
              <a:buNone/>
              <a:defRPr/>
            </a:lvl7pPr>
            <a:lvl8pPr lvl="7" algn="l">
              <a:spcBef>
                <a:spcPts val="0"/>
              </a:spcBef>
              <a:spcAft>
                <a:spcPts val="0"/>
              </a:spcAft>
              <a:buNone/>
              <a:defRPr/>
            </a:lvl8pPr>
            <a:lvl9pPr lvl="8" algn="l">
              <a:spcBef>
                <a:spcPts val="0"/>
              </a:spcBef>
              <a:spcAft>
                <a:spcPts val="0"/>
              </a:spcAft>
              <a:buNone/>
              <a:defRPr/>
            </a:lvl9pPr>
          </a:lstStyle>
          <a:p/>
        </p:txBody>
      </p:sp>
      <p:sp>
        <p:nvSpPr>
          <p:cNvPr id="123" name="Google Shape;123;p19"/>
          <p:cNvSpPr txBox="1"/>
          <p:nvPr>
            <p:ph type="subTitle" idx="1"/>
          </p:nvPr>
        </p:nvSpPr>
        <p:spPr>
          <a:xfrm>
            <a:off x="4097100" y="1484850"/>
            <a:ext cx="4320900" cy="21738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24" name="Google Shape;124;p19"/>
          <p:cNvSpPr/>
          <p:nvPr/>
        </p:nvSpPr>
        <p:spPr>
          <a:xfrm>
            <a:off x="-150" y="4756525"/>
            <a:ext cx="9152100" cy="395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Quote">
  <p:cSld name="CAPTION_ONLY_1">
    <p:spTree>
      <p:nvGrpSpPr>
        <p:cNvPr id="125" name="Shape 125"/>
        <p:cNvGrpSpPr/>
        <p:nvPr/>
      </p:nvGrpSpPr>
      <p:grpSpPr>
        <a:xfrm>
          <a:off x="0" y="0"/>
          <a:ext cx="0" cy="0"/>
          <a:chOff x="0" y="0"/>
          <a:chExt cx="0" cy="0"/>
        </a:xfrm>
      </p:grpSpPr>
      <p:sp>
        <p:nvSpPr>
          <p:cNvPr id="126" name="Google Shape;126;p20"/>
          <p:cNvSpPr/>
          <p:nvPr/>
        </p:nvSpPr>
        <p:spPr>
          <a:xfrm rot="5400000">
            <a:off x="4302300" y="-4302300"/>
            <a:ext cx="539400" cy="9144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127;p20"/>
          <p:cNvSpPr/>
          <p:nvPr/>
        </p:nvSpPr>
        <p:spPr>
          <a:xfrm>
            <a:off x="0" y="8050"/>
            <a:ext cx="539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 name="Google Shape;128;p20"/>
          <p:cNvSpPr txBox="1"/>
          <p:nvPr>
            <p:ph type="body" idx="1"/>
          </p:nvPr>
        </p:nvSpPr>
        <p:spPr>
          <a:xfrm>
            <a:off x="2793150" y="1376800"/>
            <a:ext cx="3557700" cy="1941300"/>
          </a:xfrm>
          <a:prstGeom prst="rect">
            <a:avLst/>
          </a:prstGeom>
        </p:spPr>
        <p:txBody>
          <a:bodyPr spcFirstLastPara="1" wrap="square" lIns="91425" tIns="91425" rIns="91425" bIns="91425" anchor="ctr" anchorCtr="0">
            <a:noAutofit/>
          </a:bodyPr>
          <a:lstStyle>
            <a:lvl1pPr marL="457200" lvl="0" indent="-228600" algn="ctr" rtl="0">
              <a:lnSpc>
                <a:spcPct val="100000"/>
              </a:lnSpc>
              <a:spcBef>
                <a:spcPts val="0"/>
              </a:spcBef>
              <a:spcAft>
                <a:spcPts val="0"/>
              </a:spcAft>
              <a:buSzPts val="2400"/>
              <a:buNone/>
              <a:defRPr sz="2400"/>
            </a:lvl1pPr>
          </a:lstStyle>
          <a:p/>
        </p:txBody>
      </p:sp>
      <p:sp>
        <p:nvSpPr>
          <p:cNvPr id="129" name="Google Shape;129;p20"/>
          <p:cNvSpPr txBox="1"/>
          <p:nvPr>
            <p:ph type="subTitle" idx="2"/>
          </p:nvPr>
        </p:nvSpPr>
        <p:spPr>
          <a:xfrm>
            <a:off x="2793150" y="3664551"/>
            <a:ext cx="3557700" cy="419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solidFill>
                  <a:schemeClr val="lt1"/>
                </a:solidFill>
              </a:defRPr>
            </a:lvl1pPr>
            <a:lvl2pPr lvl="1" algn="ctr" rtl="0">
              <a:spcBef>
                <a:spcPts val="0"/>
              </a:spcBef>
              <a:spcAft>
                <a:spcPts val="0"/>
              </a:spcAft>
              <a:buNone/>
              <a:defRPr b="1">
                <a:solidFill>
                  <a:schemeClr val="lt1"/>
                </a:solidFill>
              </a:defRPr>
            </a:lvl2pPr>
            <a:lvl3pPr lvl="2" algn="ctr" rtl="0">
              <a:spcBef>
                <a:spcPts val="0"/>
              </a:spcBef>
              <a:spcAft>
                <a:spcPts val="0"/>
              </a:spcAft>
              <a:buNone/>
              <a:defRPr b="1">
                <a:solidFill>
                  <a:schemeClr val="lt1"/>
                </a:solidFill>
              </a:defRPr>
            </a:lvl3pPr>
            <a:lvl4pPr lvl="3" algn="ctr" rtl="0">
              <a:spcBef>
                <a:spcPts val="0"/>
              </a:spcBef>
              <a:spcAft>
                <a:spcPts val="0"/>
              </a:spcAft>
              <a:buNone/>
              <a:defRPr b="1">
                <a:solidFill>
                  <a:schemeClr val="lt1"/>
                </a:solidFill>
              </a:defRPr>
            </a:lvl4pPr>
            <a:lvl5pPr lvl="4" algn="ctr" rtl="0">
              <a:spcBef>
                <a:spcPts val="0"/>
              </a:spcBef>
              <a:spcAft>
                <a:spcPts val="0"/>
              </a:spcAft>
              <a:buNone/>
              <a:defRPr b="1">
                <a:solidFill>
                  <a:schemeClr val="lt1"/>
                </a:solidFill>
              </a:defRPr>
            </a:lvl5pPr>
            <a:lvl6pPr lvl="5" algn="ctr" rtl="0">
              <a:spcBef>
                <a:spcPts val="0"/>
              </a:spcBef>
              <a:spcAft>
                <a:spcPts val="0"/>
              </a:spcAft>
              <a:buNone/>
              <a:defRPr b="1">
                <a:solidFill>
                  <a:schemeClr val="lt1"/>
                </a:solidFill>
              </a:defRPr>
            </a:lvl6pPr>
            <a:lvl7pPr lvl="6" algn="ctr" rtl="0">
              <a:spcBef>
                <a:spcPts val="0"/>
              </a:spcBef>
              <a:spcAft>
                <a:spcPts val="0"/>
              </a:spcAft>
              <a:buNone/>
              <a:defRPr b="1">
                <a:solidFill>
                  <a:schemeClr val="lt1"/>
                </a:solidFill>
              </a:defRPr>
            </a:lvl7pPr>
            <a:lvl8pPr lvl="7" algn="ctr" rtl="0">
              <a:spcBef>
                <a:spcPts val="0"/>
              </a:spcBef>
              <a:spcAft>
                <a:spcPts val="0"/>
              </a:spcAft>
              <a:buNone/>
              <a:defRPr b="1">
                <a:solidFill>
                  <a:schemeClr val="lt1"/>
                </a:solidFill>
              </a:defRPr>
            </a:lvl8pPr>
            <a:lvl9pPr lvl="8" algn="ctr" rtl="0">
              <a:spcBef>
                <a:spcPts val="0"/>
              </a:spcBef>
              <a:spcAft>
                <a:spcPts val="0"/>
              </a:spcAft>
              <a:buNone/>
              <a:defRPr b="1">
                <a:solidFill>
                  <a:schemeClr val="lt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one column">
  <p:cSld name="ONE_COLUMN_TEXT_1">
    <p:spTree>
      <p:nvGrpSpPr>
        <p:cNvPr id="130" name="Shape 130"/>
        <p:cNvGrpSpPr/>
        <p:nvPr/>
      </p:nvGrpSpPr>
      <p:grpSpPr>
        <a:xfrm>
          <a:off x="0" y="0"/>
          <a:ext cx="0" cy="0"/>
          <a:chOff x="0" y="0"/>
          <a:chExt cx="0" cy="0"/>
        </a:xfrm>
      </p:grpSpPr>
      <p:sp>
        <p:nvSpPr>
          <p:cNvPr id="131" name="Google Shape;131;p21"/>
          <p:cNvSpPr/>
          <p:nvPr/>
        </p:nvSpPr>
        <p:spPr>
          <a:xfrm>
            <a:off x="-9150" y="-15962"/>
            <a:ext cx="9162300" cy="295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 name="Google Shape;132;p21"/>
          <p:cNvSpPr txBox="1"/>
          <p:nvPr>
            <p:ph type="title"/>
          </p:nvPr>
        </p:nvSpPr>
        <p:spPr>
          <a:xfrm>
            <a:off x="726225" y="441350"/>
            <a:ext cx="76914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solidFill>
                  <a:schemeClr val="lt1"/>
                </a:solidFill>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p:txBody>
      </p:sp>
      <p:sp>
        <p:nvSpPr>
          <p:cNvPr id="133" name="Google Shape;133;p21"/>
          <p:cNvSpPr txBox="1"/>
          <p:nvPr>
            <p:ph type="subTitle" idx="1"/>
          </p:nvPr>
        </p:nvSpPr>
        <p:spPr>
          <a:xfrm>
            <a:off x="5665056" y="1795150"/>
            <a:ext cx="26274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solidFill>
                  <a:schemeClr val="lt1"/>
                </a:solidFill>
              </a:defRPr>
            </a:lvl1pPr>
            <a:lvl2pPr lvl="1" rtl="0">
              <a:spcBef>
                <a:spcPts val="0"/>
              </a:spcBef>
              <a:spcAft>
                <a:spcPts val="0"/>
              </a:spcAft>
              <a:buNone/>
              <a:defRPr sz="1800" b="1">
                <a:solidFill>
                  <a:schemeClr val="lt1"/>
                </a:solidFill>
              </a:defRPr>
            </a:lvl2pPr>
            <a:lvl3pPr lvl="2" rtl="0">
              <a:spcBef>
                <a:spcPts val="0"/>
              </a:spcBef>
              <a:spcAft>
                <a:spcPts val="0"/>
              </a:spcAft>
              <a:buNone/>
              <a:defRPr sz="1800" b="1">
                <a:solidFill>
                  <a:schemeClr val="lt1"/>
                </a:solidFill>
              </a:defRPr>
            </a:lvl3pPr>
            <a:lvl4pPr lvl="3" rtl="0">
              <a:spcBef>
                <a:spcPts val="0"/>
              </a:spcBef>
              <a:spcAft>
                <a:spcPts val="0"/>
              </a:spcAft>
              <a:buNone/>
              <a:defRPr sz="1800" b="1">
                <a:solidFill>
                  <a:schemeClr val="lt1"/>
                </a:solidFill>
              </a:defRPr>
            </a:lvl4pPr>
            <a:lvl5pPr lvl="4" rtl="0">
              <a:spcBef>
                <a:spcPts val="0"/>
              </a:spcBef>
              <a:spcAft>
                <a:spcPts val="0"/>
              </a:spcAft>
              <a:buNone/>
              <a:defRPr sz="1800" b="1">
                <a:solidFill>
                  <a:schemeClr val="lt1"/>
                </a:solidFill>
              </a:defRPr>
            </a:lvl5pPr>
            <a:lvl6pPr lvl="5" rtl="0">
              <a:spcBef>
                <a:spcPts val="0"/>
              </a:spcBef>
              <a:spcAft>
                <a:spcPts val="0"/>
              </a:spcAft>
              <a:buNone/>
              <a:defRPr sz="1800" b="1">
                <a:solidFill>
                  <a:schemeClr val="lt1"/>
                </a:solidFill>
              </a:defRPr>
            </a:lvl6pPr>
            <a:lvl7pPr lvl="6" rtl="0">
              <a:spcBef>
                <a:spcPts val="0"/>
              </a:spcBef>
              <a:spcAft>
                <a:spcPts val="0"/>
              </a:spcAft>
              <a:buNone/>
              <a:defRPr sz="1800" b="1">
                <a:solidFill>
                  <a:schemeClr val="lt1"/>
                </a:solidFill>
              </a:defRPr>
            </a:lvl7pPr>
            <a:lvl8pPr lvl="7" rtl="0">
              <a:spcBef>
                <a:spcPts val="0"/>
              </a:spcBef>
              <a:spcAft>
                <a:spcPts val="0"/>
              </a:spcAft>
              <a:buNone/>
              <a:defRPr sz="1800" b="1">
                <a:solidFill>
                  <a:schemeClr val="lt1"/>
                </a:solidFill>
              </a:defRPr>
            </a:lvl8pPr>
            <a:lvl9pPr lvl="8" rtl="0">
              <a:spcBef>
                <a:spcPts val="0"/>
              </a:spcBef>
              <a:spcAft>
                <a:spcPts val="0"/>
              </a:spcAft>
              <a:buNone/>
              <a:defRPr sz="1800" b="1">
                <a:solidFill>
                  <a:schemeClr val="lt1"/>
                </a:solidFill>
              </a:defRPr>
            </a:lvl9pPr>
          </a:lstStyle>
          <a:p/>
        </p:txBody>
      </p:sp>
      <p:sp>
        <p:nvSpPr>
          <p:cNvPr id="134" name="Google Shape;134;p21"/>
          <p:cNvSpPr txBox="1"/>
          <p:nvPr>
            <p:ph type="subTitle" idx="2"/>
          </p:nvPr>
        </p:nvSpPr>
        <p:spPr>
          <a:xfrm>
            <a:off x="5665056" y="2149100"/>
            <a:ext cx="2627400" cy="1390800"/>
          </a:xfrm>
          <a:prstGeom prst="rect">
            <a:avLst/>
          </a:prstGeom>
        </p:spPr>
        <p:txBody>
          <a:bodyPr spcFirstLastPara="1" wrap="square" lIns="91425" tIns="91425" rIns="91425" bIns="91425" anchor="t" anchorCtr="0">
            <a:noAutofit/>
          </a:bodyPr>
          <a:lstStyle>
            <a:lvl1pPr lvl="0" rtl="0">
              <a:spcBef>
                <a:spcPts val="0"/>
              </a:spcBef>
              <a:spcAft>
                <a:spcPts val="0"/>
              </a:spcAft>
              <a:buNone/>
              <a:defRPr>
                <a:solidFill>
                  <a:schemeClr val="lt1"/>
                </a:solidFill>
              </a:defRPr>
            </a:lvl1pPr>
            <a:lvl2pPr lvl="1" rtl="0">
              <a:spcBef>
                <a:spcPts val="0"/>
              </a:spcBef>
              <a:spcAft>
                <a:spcPts val="0"/>
              </a:spcAft>
              <a:buNone/>
              <a:defRPr>
                <a:solidFill>
                  <a:schemeClr val="lt1"/>
                </a:solidFill>
              </a:defRPr>
            </a:lvl2pPr>
            <a:lvl3pPr lvl="2" rtl="0">
              <a:spcBef>
                <a:spcPts val="0"/>
              </a:spcBef>
              <a:spcAft>
                <a:spcPts val="0"/>
              </a:spcAft>
              <a:buNone/>
              <a:defRPr>
                <a:solidFill>
                  <a:schemeClr val="lt1"/>
                </a:solidFill>
              </a:defRPr>
            </a:lvl3pPr>
            <a:lvl4pPr lvl="3" rtl="0">
              <a:spcBef>
                <a:spcPts val="0"/>
              </a:spcBef>
              <a:spcAft>
                <a:spcPts val="0"/>
              </a:spcAft>
              <a:buNone/>
              <a:defRPr>
                <a:solidFill>
                  <a:schemeClr val="lt1"/>
                </a:solidFill>
              </a:defRPr>
            </a:lvl4pPr>
            <a:lvl5pPr lvl="4" rtl="0">
              <a:spcBef>
                <a:spcPts val="0"/>
              </a:spcBef>
              <a:spcAft>
                <a:spcPts val="0"/>
              </a:spcAft>
              <a:buNone/>
              <a:defRPr>
                <a:solidFill>
                  <a:schemeClr val="lt1"/>
                </a:solidFill>
              </a:defRPr>
            </a:lvl5pPr>
            <a:lvl6pPr lvl="5" rtl="0">
              <a:spcBef>
                <a:spcPts val="0"/>
              </a:spcBef>
              <a:spcAft>
                <a:spcPts val="0"/>
              </a:spcAft>
              <a:buNone/>
              <a:defRPr>
                <a:solidFill>
                  <a:schemeClr val="lt1"/>
                </a:solidFill>
              </a:defRPr>
            </a:lvl6pPr>
            <a:lvl7pPr lvl="6" rtl="0">
              <a:spcBef>
                <a:spcPts val="0"/>
              </a:spcBef>
              <a:spcAft>
                <a:spcPts val="0"/>
              </a:spcAft>
              <a:buNone/>
              <a:defRPr>
                <a:solidFill>
                  <a:schemeClr val="lt1"/>
                </a:solidFill>
              </a:defRPr>
            </a:lvl7pPr>
            <a:lvl8pPr lvl="7" rtl="0">
              <a:spcBef>
                <a:spcPts val="0"/>
              </a:spcBef>
              <a:spcAft>
                <a:spcPts val="0"/>
              </a:spcAft>
              <a:buNone/>
              <a:defRPr>
                <a:solidFill>
                  <a:schemeClr val="lt1"/>
                </a:solidFill>
              </a:defRPr>
            </a:lvl8pPr>
            <a:lvl9pPr lvl="8" rtl="0">
              <a:spcBef>
                <a:spcPts val="0"/>
              </a:spcBef>
              <a:spcAft>
                <a:spcPts val="0"/>
              </a:spcAft>
              <a:buNone/>
              <a:defRPr>
                <a:solidFill>
                  <a:schemeClr val="lt1"/>
                </a:solidFill>
              </a:defRPr>
            </a:lvl9pPr>
          </a:lstStyle>
          <a:p/>
        </p:txBody>
      </p:sp>
      <p:sp>
        <p:nvSpPr>
          <p:cNvPr id="135" name="Google Shape;135;p21"/>
          <p:cNvSpPr/>
          <p:nvPr/>
        </p:nvSpPr>
        <p:spPr>
          <a:xfrm>
            <a:off x="-9150" y="4856267"/>
            <a:ext cx="9162300" cy="295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four columns">
  <p:cSld name="CUSTOM_2_2">
    <p:spTree>
      <p:nvGrpSpPr>
        <p:cNvPr id="136" name="Shape 136"/>
        <p:cNvGrpSpPr/>
        <p:nvPr/>
      </p:nvGrpSpPr>
      <p:grpSpPr>
        <a:xfrm>
          <a:off x="0" y="0"/>
          <a:ext cx="0" cy="0"/>
          <a:chOff x="0" y="0"/>
          <a:chExt cx="0" cy="0"/>
        </a:xfrm>
      </p:grpSpPr>
      <p:sp>
        <p:nvSpPr>
          <p:cNvPr id="137" name="Google Shape;137;p22"/>
          <p:cNvSpPr/>
          <p:nvPr/>
        </p:nvSpPr>
        <p:spPr>
          <a:xfrm>
            <a:off x="0" y="-7400"/>
            <a:ext cx="207300" cy="5151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 name="Google Shape;138;p22"/>
          <p:cNvSpPr/>
          <p:nvPr/>
        </p:nvSpPr>
        <p:spPr>
          <a:xfrm>
            <a:off x="8936700" y="-7400"/>
            <a:ext cx="207300" cy="5151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139;p22"/>
          <p:cNvSpPr txBox="1"/>
          <p:nvPr>
            <p:ph type="title"/>
          </p:nvPr>
        </p:nvSpPr>
        <p:spPr>
          <a:xfrm>
            <a:off x="613535" y="2142900"/>
            <a:ext cx="2674500" cy="857700"/>
          </a:xfrm>
          <a:prstGeom prst="rect">
            <a:avLst/>
          </a:prstGeom>
        </p:spPr>
        <p:txBody>
          <a:bodyPr spcFirstLastPara="1" wrap="square" lIns="91425" tIns="91425" rIns="91425" bIns="91425" anchor="ctr" anchorCtr="0">
            <a:noAutofit/>
          </a:bodyPr>
          <a:lstStyle>
            <a:lvl1pPr lvl="0" algn="l" rtl="0">
              <a:spcBef>
                <a:spcPts val="0"/>
              </a:spcBef>
              <a:spcAft>
                <a:spcPts val="0"/>
              </a:spcAft>
              <a:buNone/>
              <a:defRPr/>
            </a:lvl1pPr>
            <a:lvl2pPr lvl="1" algn="l" rtl="0">
              <a:spcBef>
                <a:spcPts val="0"/>
              </a:spcBef>
              <a:spcAft>
                <a:spcPts val="0"/>
              </a:spcAft>
              <a:buNone/>
              <a:defRPr/>
            </a:lvl2pPr>
            <a:lvl3pPr lvl="2" algn="l" rtl="0">
              <a:spcBef>
                <a:spcPts val="0"/>
              </a:spcBef>
              <a:spcAft>
                <a:spcPts val="0"/>
              </a:spcAft>
              <a:buNone/>
              <a:defRPr/>
            </a:lvl3pPr>
            <a:lvl4pPr lvl="3" algn="l" rtl="0">
              <a:spcBef>
                <a:spcPts val="0"/>
              </a:spcBef>
              <a:spcAft>
                <a:spcPts val="0"/>
              </a:spcAft>
              <a:buNone/>
              <a:defRPr/>
            </a:lvl4pPr>
            <a:lvl5pPr lvl="4" algn="l" rtl="0">
              <a:spcBef>
                <a:spcPts val="0"/>
              </a:spcBef>
              <a:spcAft>
                <a:spcPts val="0"/>
              </a:spcAft>
              <a:buNone/>
              <a:defRPr/>
            </a:lvl5pPr>
            <a:lvl6pPr lvl="5" algn="l" rtl="0">
              <a:spcBef>
                <a:spcPts val="0"/>
              </a:spcBef>
              <a:spcAft>
                <a:spcPts val="0"/>
              </a:spcAft>
              <a:buNone/>
              <a:defRPr/>
            </a:lvl6pPr>
            <a:lvl7pPr lvl="6" algn="l" rtl="0">
              <a:spcBef>
                <a:spcPts val="0"/>
              </a:spcBef>
              <a:spcAft>
                <a:spcPts val="0"/>
              </a:spcAft>
              <a:buNone/>
              <a:defRPr/>
            </a:lvl7pPr>
            <a:lvl8pPr lvl="7" algn="l" rtl="0">
              <a:spcBef>
                <a:spcPts val="0"/>
              </a:spcBef>
              <a:spcAft>
                <a:spcPts val="0"/>
              </a:spcAft>
              <a:buNone/>
              <a:defRPr/>
            </a:lvl8pPr>
            <a:lvl9pPr lvl="8" algn="l" rtl="0">
              <a:spcBef>
                <a:spcPts val="0"/>
              </a:spcBef>
              <a:spcAft>
                <a:spcPts val="0"/>
              </a:spcAft>
              <a:buNone/>
              <a:defRPr/>
            </a:lvl9pPr>
          </a:lstStyle>
          <a:p/>
        </p:txBody>
      </p:sp>
      <p:sp>
        <p:nvSpPr>
          <p:cNvPr id="140" name="Google Shape;140;p22"/>
          <p:cNvSpPr txBox="1"/>
          <p:nvPr>
            <p:ph type="subTitle" idx="1"/>
          </p:nvPr>
        </p:nvSpPr>
        <p:spPr>
          <a:xfrm>
            <a:off x="3573965" y="1243580"/>
            <a:ext cx="1819200" cy="46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solidFill>
                  <a:schemeClr val="lt1"/>
                </a:solidFill>
              </a:defRPr>
            </a:lvl1pPr>
            <a:lvl2pPr lvl="1" algn="ctr" rtl="0">
              <a:spcBef>
                <a:spcPts val="0"/>
              </a:spcBef>
              <a:spcAft>
                <a:spcPts val="0"/>
              </a:spcAft>
              <a:buNone/>
              <a:defRPr sz="1800" b="1">
                <a:solidFill>
                  <a:schemeClr val="lt1"/>
                </a:solidFill>
              </a:defRPr>
            </a:lvl2pPr>
            <a:lvl3pPr lvl="2" algn="ctr" rtl="0">
              <a:spcBef>
                <a:spcPts val="0"/>
              </a:spcBef>
              <a:spcAft>
                <a:spcPts val="0"/>
              </a:spcAft>
              <a:buNone/>
              <a:defRPr sz="1800" b="1">
                <a:solidFill>
                  <a:schemeClr val="lt1"/>
                </a:solidFill>
              </a:defRPr>
            </a:lvl3pPr>
            <a:lvl4pPr lvl="3" algn="ctr" rtl="0">
              <a:spcBef>
                <a:spcPts val="0"/>
              </a:spcBef>
              <a:spcAft>
                <a:spcPts val="0"/>
              </a:spcAft>
              <a:buNone/>
              <a:defRPr sz="1800" b="1">
                <a:solidFill>
                  <a:schemeClr val="lt1"/>
                </a:solidFill>
              </a:defRPr>
            </a:lvl4pPr>
            <a:lvl5pPr lvl="4" algn="ctr" rtl="0">
              <a:spcBef>
                <a:spcPts val="0"/>
              </a:spcBef>
              <a:spcAft>
                <a:spcPts val="0"/>
              </a:spcAft>
              <a:buNone/>
              <a:defRPr sz="1800" b="1">
                <a:solidFill>
                  <a:schemeClr val="lt1"/>
                </a:solidFill>
              </a:defRPr>
            </a:lvl5pPr>
            <a:lvl6pPr lvl="5" algn="ctr" rtl="0">
              <a:spcBef>
                <a:spcPts val="0"/>
              </a:spcBef>
              <a:spcAft>
                <a:spcPts val="0"/>
              </a:spcAft>
              <a:buNone/>
              <a:defRPr sz="1800" b="1">
                <a:solidFill>
                  <a:schemeClr val="lt1"/>
                </a:solidFill>
              </a:defRPr>
            </a:lvl6pPr>
            <a:lvl7pPr lvl="6" algn="ctr" rtl="0">
              <a:spcBef>
                <a:spcPts val="0"/>
              </a:spcBef>
              <a:spcAft>
                <a:spcPts val="0"/>
              </a:spcAft>
              <a:buNone/>
              <a:defRPr sz="1800" b="1">
                <a:solidFill>
                  <a:schemeClr val="lt1"/>
                </a:solidFill>
              </a:defRPr>
            </a:lvl7pPr>
            <a:lvl8pPr lvl="7" algn="ctr" rtl="0">
              <a:spcBef>
                <a:spcPts val="0"/>
              </a:spcBef>
              <a:spcAft>
                <a:spcPts val="0"/>
              </a:spcAft>
              <a:buNone/>
              <a:defRPr sz="1800" b="1">
                <a:solidFill>
                  <a:schemeClr val="lt1"/>
                </a:solidFill>
              </a:defRPr>
            </a:lvl8pPr>
            <a:lvl9pPr lvl="8" algn="ctr" rtl="0">
              <a:spcBef>
                <a:spcPts val="0"/>
              </a:spcBef>
              <a:spcAft>
                <a:spcPts val="0"/>
              </a:spcAft>
              <a:buNone/>
              <a:defRPr sz="1800" b="1">
                <a:solidFill>
                  <a:schemeClr val="lt1"/>
                </a:solidFill>
              </a:defRPr>
            </a:lvl9pPr>
          </a:lstStyle>
          <a:p/>
        </p:txBody>
      </p:sp>
      <p:sp>
        <p:nvSpPr>
          <p:cNvPr id="141" name="Google Shape;141;p22"/>
          <p:cNvSpPr txBox="1"/>
          <p:nvPr>
            <p:ph type="subTitle" idx="2"/>
          </p:nvPr>
        </p:nvSpPr>
        <p:spPr>
          <a:xfrm>
            <a:off x="3574000" y="1552679"/>
            <a:ext cx="1819200" cy="666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solidFill>
                  <a:schemeClr val="lt1"/>
                </a:solidFill>
              </a:defRPr>
            </a:lvl1pPr>
            <a:lvl2pPr lvl="1" algn="ctr" rtl="0">
              <a:spcBef>
                <a:spcPts val="0"/>
              </a:spcBef>
              <a:spcAft>
                <a:spcPts val="0"/>
              </a:spcAft>
              <a:buNone/>
              <a:defRPr>
                <a:solidFill>
                  <a:schemeClr val="lt1"/>
                </a:solidFill>
              </a:defRPr>
            </a:lvl2pPr>
            <a:lvl3pPr lvl="2" algn="ctr" rtl="0">
              <a:spcBef>
                <a:spcPts val="0"/>
              </a:spcBef>
              <a:spcAft>
                <a:spcPts val="0"/>
              </a:spcAft>
              <a:buNone/>
              <a:defRPr>
                <a:solidFill>
                  <a:schemeClr val="lt1"/>
                </a:solidFill>
              </a:defRPr>
            </a:lvl3pPr>
            <a:lvl4pPr lvl="3" algn="ctr" rtl="0">
              <a:spcBef>
                <a:spcPts val="0"/>
              </a:spcBef>
              <a:spcAft>
                <a:spcPts val="0"/>
              </a:spcAft>
              <a:buNone/>
              <a:defRPr>
                <a:solidFill>
                  <a:schemeClr val="lt1"/>
                </a:solidFill>
              </a:defRPr>
            </a:lvl4pPr>
            <a:lvl5pPr lvl="4" algn="ctr" rtl="0">
              <a:spcBef>
                <a:spcPts val="0"/>
              </a:spcBef>
              <a:spcAft>
                <a:spcPts val="0"/>
              </a:spcAft>
              <a:buNone/>
              <a:defRPr>
                <a:solidFill>
                  <a:schemeClr val="lt1"/>
                </a:solidFill>
              </a:defRPr>
            </a:lvl5pPr>
            <a:lvl6pPr lvl="5" algn="ctr" rtl="0">
              <a:spcBef>
                <a:spcPts val="0"/>
              </a:spcBef>
              <a:spcAft>
                <a:spcPts val="0"/>
              </a:spcAft>
              <a:buNone/>
              <a:defRPr>
                <a:solidFill>
                  <a:schemeClr val="lt1"/>
                </a:solidFill>
              </a:defRPr>
            </a:lvl6pPr>
            <a:lvl7pPr lvl="6" algn="ctr" rtl="0">
              <a:spcBef>
                <a:spcPts val="0"/>
              </a:spcBef>
              <a:spcAft>
                <a:spcPts val="0"/>
              </a:spcAft>
              <a:buNone/>
              <a:defRPr>
                <a:solidFill>
                  <a:schemeClr val="lt1"/>
                </a:solidFill>
              </a:defRPr>
            </a:lvl7pPr>
            <a:lvl8pPr lvl="7" algn="ctr" rtl="0">
              <a:spcBef>
                <a:spcPts val="0"/>
              </a:spcBef>
              <a:spcAft>
                <a:spcPts val="0"/>
              </a:spcAft>
              <a:buNone/>
              <a:defRPr>
                <a:solidFill>
                  <a:schemeClr val="lt1"/>
                </a:solidFill>
              </a:defRPr>
            </a:lvl8pPr>
            <a:lvl9pPr lvl="8" algn="ctr" rtl="0">
              <a:spcBef>
                <a:spcPts val="0"/>
              </a:spcBef>
              <a:spcAft>
                <a:spcPts val="0"/>
              </a:spcAft>
              <a:buNone/>
              <a:defRPr>
                <a:solidFill>
                  <a:schemeClr val="lt1"/>
                </a:solidFill>
              </a:defRPr>
            </a:lvl9pPr>
          </a:lstStyle>
          <a:p/>
        </p:txBody>
      </p:sp>
      <p:sp>
        <p:nvSpPr>
          <p:cNvPr id="142" name="Google Shape;142;p22"/>
          <p:cNvSpPr txBox="1"/>
          <p:nvPr>
            <p:ph type="subTitle" idx="3"/>
          </p:nvPr>
        </p:nvSpPr>
        <p:spPr>
          <a:xfrm>
            <a:off x="3573965" y="3309648"/>
            <a:ext cx="1819200" cy="467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solidFill>
                  <a:schemeClr val="lt1"/>
                </a:solidFill>
              </a:defRPr>
            </a:lvl1pPr>
            <a:lvl2pPr lvl="1" algn="ctr" rtl="0">
              <a:spcBef>
                <a:spcPts val="0"/>
              </a:spcBef>
              <a:spcAft>
                <a:spcPts val="0"/>
              </a:spcAft>
              <a:buNone/>
              <a:defRPr sz="1800" b="1">
                <a:solidFill>
                  <a:schemeClr val="lt1"/>
                </a:solidFill>
              </a:defRPr>
            </a:lvl2pPr>
            <a:lvl3pPr lvl="2" algn="ctr" rtl="0">
              <a:spcBef>
                <a:spcPts val="0"/>
              </a:spcBef>
              <a:spcAft>
                <a:spcPts val="0"/>
              </a:spcAft>
              <a:buNone/>
              <a:defRPr sz="1800" b="1">
                <a:solidFill>
                  <a:schemeClr val="lt1"/>
                </a:solidFill>
              </a:defRPr>
            </a:lvl3pPr>
            <a:lvl4pPr lvl="3" algn="ctr" rtl="0">
              <a:spcBef>
                <a:spcPts val="0"/>
              </a:spcBef>
              <a:spcAft>
                <a:spcPts val="0"/>
              </a:spcAft>
              <a:buNone/>
              <a:defRPr sz="1800" b="1">
                <a:solidFill>
                  <a:schemeClr val="lt1"/>
                </a:solidFill>
              </a:defRPr>
            </a:lvl4pPr>
            <a:lvl5pPr lvl="4" algn="ctr" rtl="0">
              <a:spcBef>
                <a:spcPts val="0"/>
              </a:spcBef>
              <a:spcAft>
                <a:spcPts val="0"/>
              </a:spcAft>
              <a:buNone/>
              <a:defRPr sz="1800" b="1">
                <a:solidFill>
                  <a:schemeClr val="lt1"/>
                </a:solidFill>
              </a:defRPr>
            </a:lvl5pPr>
            <a:lvl6pPr lvl="5" algn="ctr" rtl="0">
              <a:spcBef>
                <a:spcPts val="0"/>
              </a:spcBef>
              <a:spcAft>
                <a:spcPts val="0"/>
              </a:spcAft>
              <a:buNone/>
              <a:defRPr sz="1800" b="1">
                <a:solidFill>
                  <a:schemeClr val="lt1"/>
                </a:solidFill>
              </a:defRPr>
            </a:lvl6pPr>
            <a:lvl7pPr lvl="6" algn="ctr" rtl="0">
              <a:spcBef>
                <a:spcPts val="0"/>
              </a:spcBef>
              <a:spcAft>
                <a:spcPts val="0"/>
              </a:spcAft>
              <a:buNone/>
              <a:defRPr sz="1800" b="1">
                <a:solidFill>
                  <a:schemeClr val="lt1"/>
                </a:solidFill>
              </a:defRPr>
            </a:lvl7pPr>
            <a:lvl8pPr lvl="7" algn="ctr" rtl="0">
              <a:spcBef>
                <a:spcPts val="0"/>
              </a:spcBef>
              <a:spcAft>
                <a:spcPts val="0"/>
              </a:spcAft>
              <a:buNone/>
              <a:defRPr sz="1800" b="1">
                <a:solidFill>
                  <a:schemeClr val="lt1"/>
                </a:solidFill>
              </a:defRPr>
            </a:lvl8pPr>
            <a:lvl9pPr lvl="8" algn="ctr" rtl="0">
              <a:spcBef>
                <a:spcPts val="0"/>
              </a:spcBef>
              <a:spcAft>
                <a:spcPts val="0"/>
              </a:spcAft>
              <a:buNone/>
              <a:defRPr sz="1800" b="1">
                <a:solidFill>
                  <a:schemeClr val="lt1"/>
                </a:solidFill>
              </a:defRPr>
            </a:lvl9pPr>
          </a:lstStyle>
          <a:p/>
        </p:txBody>
      </p:sp>
      <p:sp>
        <p:nvSpPr>
          <p:cNvPr id="143" name="Google Shape;143;p22"/>
          <p:cNvSpPr txBox="1"/>
          <p:nvPr>
            <p:ph type="subTitle" idx="4"/>
          </p:nvPr>
        </p:nvSpPr>
        <p:spPr>
          <a:xfrm>
            <a:off x="3573900" y="3618930"/>
            <a:ext cx="1819200" cy="666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solidFill>
                  <a:schemeClr val="lt1"/>
                </a:solidFill>
              </a:defRPr>
            </a:lvl1pPr>
            <a:lvl2pPr lvl="1" algn="ctr" rtl="0">
              <a:spcBef>
                <a:spcPts val="0"/>
              </a:spcBef>
              <a:spcAft>
                <a:spcPts val="0"/>
              </a:spcAft>
              <a:buNone/>
              <a:defRPr>
                <a:solidFill>
                  <a:schemeClr val="lt1"/>
                </a:solidFill>
              </a:defRPr>
            </a:lvl2pPr>
            <a:lvl3pPr lvl="2" algn="ctr" rtl="0">
              <a:spcBef>
                <a:spcPts val="0"/>
              </a:spcBef>
              <a:spcAft>
                <a:spcPts val="0"/>
              </a:spcAft>
              <a:buNone/>
              <a:defRPr>
                <a:solidFill>
                  <a:schemeClr val="lt1"/>
                </a:solidFill>
              </a:defRPr>
            </a:lvl3pPr>
            <a:lvl4pPr lvl="3" algn="ctr" rtl="0">
              <a:spcBef>
                <a:spcPts val="0"/>
              </a:spcBef>
              <a:spcAft>
                <a:spcPts val="0"/>
              </a:spcAft>
              <a:buNone/>
              <a:defRPr>
                <a:solidFill>
                  <a:schemeClr val="lt1"/>
                </a:solidFill>
              </a:defRPr>
            </a:lvl4pPr>
            <a:lvl5pPr lvl="4" algn="ctr" rtl="0">
              <a:spcBef>
                <a:spcPts val="0"/>
              </a:spcBef>
              <a:spcAft>
                <a:spcPts val="0"/>
              </a:spcAft>
              <a:buNone/>
              <a:defRPr>
                <a:solidFill>
                  <a:schemeClr val="lt1"/>
                </a:solidFill>
              </a:defRPr>
            </a:lvl5pPr>
            <a:lvl6pPr lvl="5" algn="ctr" rtl="0">
              <a:spcBef>
                <a:spcPts val="0"/>
              </a:spcBef>
              <a:spcAft>
                <a:spcPts val="0"/>
              </a:spcAft>
              <a:buNone/>
              <a:defRPr>
                <a:solidFill>
                  <a:schemeClr val="lt1"/>
                </a:solidFill>
              </a:defRPr>
            </a:lvl6pPr>
            <a:lvl7pPr lvl="6" algn="ctr" rtl="0">
              <a:spcBef>
                <a:spcPts val="0"/>
              </a:spcBef>
              <a:spcAft>
                <a:spcPts val="0"/>
              </a:spcAft>
              <a:buNone/>
              <a:defRPr>
                <a:solidFill>
                  <a:schemeClr val="lt1"/>
                </a:solidFill>
              </a:defRPr>
            </a:lvl7pPr>
            <a:lvl8pPr lvl="7" algn="ctr" rtl="0">
              <a:spcBef>
                <a:spcPts val="0"/>
              </a:spcBef>
              <a:spcAft>
                <a:spcPts val="0"/>
              </a:spcAft>
              <a:buNone/>
              <a:defRPr>
                <a:solidFill>
                  <a:schemeClr val="lt1"/>
                </a:solidFill>
              </a:defRPr>
            </a:lvl8pPr>
            <a:lvl9pPr lvl="8" algn="ctr" rtl="0">
              <a:spcBef>
                <a:spcPts val="0"/>
              </a:spcBef>
              <a:spcAft>
                <a:spcPts val="0"/>
              </a:spcAft>
              <a:buNone/>
              <a:defRPr>
                <a:solidFill>
                  <a:schemeClr val="lt1"/>
                </a:solidFill>
              </a:defRPr>
            </a:lvl9pPr>
          </a:lstStyle>
          <a:p/>
        </p:txBody>
      </p:sp>
      <p:sp>
        <p:nvSpPr>
          <p:cNvPr id="144" name="Google Shape;144;p22"/>
          <p:cNvSpPr txBox="1"/>
          <p:nvPr>
            <p:ph type="subTitle" idx="5"/>
          </p:nvPr>
        </p:nvSpPr>
        <p:spPr>
          <a:xfrm>
            <a:off x="6110979" y="1243580"/>
            <a:ext cx="2010600" cy="469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solidFill>
                  <a:schemeClr val="lt1"/>
                </a:solidFill>
              </a:defRPr>
            </a:lvl1pPr>
            <a:lvl2pPr lvl="1" algn="ctr" rtl="0">
              <a:spcBef>
                <a:spcPts val="0"/>
              </a:spcBef>
              <a:spcAft>
                <a:spcPts val="0"/>
              </a:spcAft>
              <a:buNone/>
              <a:defRPr sz="1800" b="1">
                <a:solidFill>
                  <a:schemeClr val="lt1"/>
                </a:solidFill>
              </a:defRPr>
            </a:lvl2pPr>
            <a:lvl3pPr lvl="2" algn="ctr" rtl="0">
              <a:spcBef>
                <a:spcPts val="0"/>
              </a:spcBef>
              <a:spcAft>
                <a:spcPts val="0"/>
              </a:spcAft>
              <a:buNone/>
              <a:defRPr sz="1800" b="1">
                <a:solidFill>
                  <a:schemeClr val="lt1"/>
                </a:solidFill>
              </a:defRPr>
            </a:lvl3pPr>
            <a:lvl4pPr lvl="3" algn="ctr" rtl="0">
              <a:spcBef>
                <a:spcPts val="0"/>
              </a:spcBef>
              <a:spcAft>
                <a:spcPts val="0"/>
              </a:spcAft>
              <a:buNone/>
              <a:defRPr sz="1800" b="1">
                <a:solidFill>
                  <a:schemeClr val="lt1"/>
                </a:solidFill>
              </a:defRPr>
            </a:lvl4pPr>
            <a:lvl5pPr lvl="4" algn="ctr" rtl="0">
              <a:spcBef>
                <a:spcPts val="0"/>
              </a:spcBef>
              <a:spcAft>
                <a:spcPts val="0"/>
              </a:spcAft>
              <a:buNone/>
              <a:defRPr sz="1800" b="1">
                <a:solidFill>
                  <a:schemeClr val="lt1"/>
                </a:solidFill>
              </a:defRPr>
            </a:lvl5pPr>
            <a:lvl6pPr lvl="5" algn="ctr" rtl="0">
              <a:spcBef>
                <a:spcPts val="0"/>
              </a:spcBef>
              <a:spcAft>
                <a:spcPts val="0"/>
              </a:spcAft>
              <a:buNone/>
              <a:defRPr sz="1800" b="1">
                <a:solidFill>
                  <a:schemeClr val="lt1"/>
                </a:solidFill>
              </a:defRPr>
            </a:lvl6pPr>
            <a:lvl7pPr lvl="6" algn="ctr" rtl="0">
              <a:spcBef>
                <a:spcPts val="0"/>
              </a:spcBef>
              <a:spcAft>
                <a:spcPts val="0"/>
              </a:spcAft>
              <a:buNone/>
              <a:defRPr sz="1800" b="1">
                <a:solidFill>
                  <a:schemeClr val="lt1"/>
                </a:solidFill>
              </a:defRPr>
            </a:lvl7pPr>
            <a:lvl8pPr lvl="7" algn="ctr" rtl="0">
              <a:spcBef>
                <a:spcPts val="0"/>
              </a:spcBef>
              <a:spcAft>
                <a:spcPts val="0"/>
              </a:spcAft>
              <a:buNone/>
              <a:defRPr sz="1800" b="1">
                <a:solidFill>
                  <a:schemeClr val="lt1"/>
                </a:solidFill>
              </a:defRPr>
            </a:lvl8pPr>
            <a:lvl9pPr lvl="8" algn="ctr" rtl="0">
              <a:spcBef>
                <a:spcPts val="0"/>
              </a:spcBef>
              <a:spcAft>
                <a:spcPts val="0"/>
              </a:spcAft>
              <a:buNone/>
              <a:defRPr sz="1800" b="1">
                <a:solidFill>
                  <a:schemeClr val="lt1"/>
                </a:solidFill>
              </a:defRPr>
            </a:lvl9pPr>
          </a:lstStyle>
          <a:p/>
        </p:txBody>
      </p:sp>
      <p:sp>
        <p:nvSpPr>
          <p:cNvPr id="145" name="Google Shape;145;p22"/>
          <p:cNvSpPr txBox="1"/>
          <p:nvPr>
            <p:ph type="subTitle" idx="6"/>
          </p:nvPr>
        </p:nvSpPr>
        <p:spPr>
          <a:xfrm>
            <a:off x="6110980" y="1552679"/>
            <a:ext cx="2010600" cy="666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solidFill>
                  <a:schemeClr val="lt1"/>
                </a:solidFill>
              </a:defRPr>
            </a:lvl1pPr>
            <a:lvl2pPr lvl="1" algn="ctr" rtl="0">
              <a:spcBef>
                <a:spcPts val="0"/>
              </a:spcBef>
              <a:spcAft>
                <a:spcPts val="0"/>
              </a:spcAft>
              <a:buNone/>
              <a:defRPr>
                <a:solidFill>
                  <a:schemeClr val="lt1"/>
                </a:solidFill>
              </a:defRPr>
            </a:lvl2pPr>
            <a:lvl3pPr lvl="2" algn="ctr" rtl="0">
              <a:spcBef>
                <a:spcPts val="0"/>
              </a:spcBef>
              <a:spcAft>
                <a:spcPts val="0"/>
              </a:spcAft>
              <a:buNone/>
              <a:defRPr>
                <a:solidFill>
                  <a:schemeClr val="lt1"/>
                </a:solidFill>
              </a:defRPr>
            </a:lvl3pPr>
            <a:lvl4pPr lvl="3" algn="ctr" rtl="0">
              <a:spcBef>
                <a:spcPts val="0"/>
              </a:spcBef>
              <a:spcAft>
                <a:spcPts val="0"/>
              </a:spcAft>
              <a:buNone/>
              <a:defRPr>
                <a:solidFill>
                  <a:schemeClr val="lt1"/>
                </a:solidFill>
              </a:defRPr>
            </a:lvl4pPr>
            <a:lvl5pPr lvl="4" algn="ctr" rtl="0">
              <a:spcBef>
                <a:spcPts val="0"/>
              </a:spcBef>
              <a:spcAft>
                <a:spcPts val="0"/>
              </a:spcAft>
              <a:buNone/>
              <a:defRPr>
                <a:solidFill>
                  <a:schemeClr val="lt1"/>
                </a:solidFill>
              </a:defRPr>
            </a:lvl5pPr>
            <a:lvl6pPr lvl="5" algn="ctr" rtl="0">
              <a:spcBef>
                <a:spcPts val="0"/>
              </a:spcBef>
              <a:spcAft>
                <a:spcPts val="0"/>
              </a:spcAft>
              <a:buNone/>
              <a:defRPr>
                <a:solidFill>
                  <a:schemeClr val="lt1"/>
                </a:solidFill>
              </a:defRPr>
            </a:lvl6pPr>
            <a:lvl7pPr lvl="6" algn="ctr" rtl="0">
              <a:spcBef>
                <a:spcPts val="0"/>
              </a:spcBef>
              <a:spcAft>
                <a:spcPts val="0"/>
              </a:spcAft>
              <a:buNone/>
              <a:defRPr>
                <a:solidFill>
                  <a:schemeClr val="lt1"/>
                </a:solidFill>
              </a:defRPr>
            </a:lvl7pPr>
            <a:lvl8pPr lvl="7" algn="ctr" rtl="0">
              <a:spcBef>
                <a:spcPts val="0"/>
              </a:spcBef>
              <a:spcAft>
                <a:spcPts val="0"/>
              </a:spcAft>
              <a:buNone/>
              <a:defRPr>
                <a:solidFill>
                  <a:schemeClr val="lt1"/>
                </a:solidFill>
              </a:defRPr>
            </a:lvl8pPr>
            <a:lvl9pPr lvl="8" algn="ctr" rtl="0">
              <a:spcBef>
                <a:spcPts val="0"/>
              </a:spcBef>
              <a:spcAft>
                <a:spcPts val="0"/>
              </a:spcAft>
              <a:buNone/>
              <a:defRPr>
                <a:solidFill>
                  <a:schemeClr val="lt1"/>
                </a:solidFill>
              </a:defRPr>
            </a:lvl9pPr>
          </a:lstStyle>
          <a:p/>
        </p:txBody>
      </p:sp>
      <p:sp>
        <p:nvSpPr>
          <p:cNvPr id="146" name="Google Shape;146;p22"/>
          <p:cNvSpPr txBox="1"/>
          <p:nvPr>
            <p:ph type="subTitle" idx="7"/>
          </p:nvPr>
        </p:nvSpPr>
        <p:spPr>
          <a:xfrm>
            <a:off x="6110979" y="3309647"/>
            <a:ext cx="2010600" cy="467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800" b="1">
                <a:solidFill>
                  <a:schemeClr val="lt1"/>
                </a:solidFill>
              </a:defRPr>
            </a:lvl1pPr>
            <a:lvl2pPr lvl="1" algn="ctr" rtl="0">
              <a:spcBef>
                <a:spcPts val="0"/>
              </a:spcBef>
              <a:spcAft>
                <a:spcPts val="0"/>
              </a:spcAft>
              <a:buNone/>
              <a:defRPr sz="1800" b="1">
                <a:solidFill>
                  <a:schemeClr val="lt1"/>
                </a:solidFill>
              </a:defRPr>
            </a:lvl2pPr>
            <a:lvl3pPr lvl="2" algn="ctr" rtl="0">
              <a:spcBef>
                <a:spcPts val="0"/>
              </a:spcBef>
              <a:spcAft>
                <a:spcPts val="0"/>
              </a:spcAft>
              <a:buNone/>
              <a:defRPr sz="1800" b="1">
                <a:solidFill>
                  <a:schemeClr val="lt1"/>
                </a:solidFill>
              </a:defRPr>
            </a:lvl3pPr>
            <a:lvl4pPr lvl="3" algn="ctr" rtl="0">
              <a:spcBef>
                <a:spcPts val="0"/>
              </a:spcBef>
              <a:spcAft>
                <a:spcPts val="0"/>
              </a:spcAft>
              <a:buNone/>
              <a:defRPr sz="1800" b="1">
                <a:solidFill>
                  <a:schemeClr val="lt1"/>
                </a:solidFill>
              </a:defRPr>
            </a:lvl4pPr>
            <a:lvl5pPr lvl="4" algn="ctr" rtl="0">
              <a:spcBef>
                <a:spcPts val="0"/>
              </a:spcBef>
              <a:spcAft>
                <a:spcPts val="0"/>
              </a:spcAft>
              <a:buNone/>
              <a:defRPr sz="1800" b="1">
                <a:solidFill>
                  <a:schemeClr val="lt1"/>
                </a:solidFill>
              </a:defRPr>
            </a:lvl5pPr>
            <a:lvl6pPr lvl="5" algn="ctr" rtl="0">
              <a:spcBef>
                <a:spcPts val="0"/>
              </a:spcBef>
              <a:spcAft>
                <a:spcPts val="0"/>
              </a:spcAft>
              <a:buNone/>
              <a:defRPr sz="1800" b="1">
                <a:solidFill>
                  <a:schemeClr val="lt1"/>
                </a:solidFill>
              </a:defRPr>
            </a:lvl6pPr>
            <a:lvl7pPr lvl="6" algn="ctr" rtl="0">
              <a:spcBef>
                <a:spcPts val="0"/>
              </a:spcBef>
              <a:spcAft>
                <a:spcPts val="0"/>
              </a:spcAft>
              <a:buNone/>
              <a:defRPr sz="1800" b="1">
                <a:solidFill>
                  <a:schemeClr val="lt1"/>
                </a:solidFill>
              </a:defRPr>
            </a:lvl7pPr>
            <a:lvl8pPr lvl="7" algn="ctr" rtl="0">
              <a:spcBef>
                <a:spcPts val="0"/>
              </a:spcBef>
              <a:spcAft>
                <a:spcPts val="0"/>
              </a:spcAft>
              <a:buNone/>
              <a:defRPr sz="1800" b="1">
                <a:solidFill>
                  <a:schemeClr val="lt1"/>
                </a:solidFill>
              </a:defRPr>
            </a:lvl8pPr>
            <a:lvl9pPr lvl="8" algn="ctr" rtl="0">
              <a:spcBef>
                <a:spcPts val="0"/>
              </a:spcBef>
              <a:spcAft>
                <a:spcPts val="0"/>
              </a:spcAft>
              <a:buNone/>
              <a:defRPr sz="1800" b="1">
                <a:solidFill>
                  <a:schemeClr val="lt1"/>
                </a:solidFill>
              </a:defRPr>
            </a:lvl9pPr>
          </a:lstStyle>
          <a:p/>
        </p:txBody>
      </p:sp>
      <p:sp>
        <p:nvSpPr>
          <p:cNvPr id="147" name="Google Shape;147;p22"/>
          <p:cNvSpPr txBox="1"/>
          <p:nvPr>
            <p:ph type="subTitle" idx="8"/>
          </p:nvPr>
        </p:nvSpPr>
        <p:spPr>
          <a:xfrm>
            <a:off x="6110977" y="3618930"/>
            <a:ext cx="2010600" cy="666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solidFill>
                  <a:schemeClr val="lt1"/>
                </a:solidFill>
              </a:defRPr>
            </a:lvl1pPr>
            <a:lvl2pPr lvl="1" algn="ctr" rtl="0">
              <a:spcBef>
                <a:spcPts val="0"/>
              </a:spcBef>
              <a:spcAft>
                <a:spcPts val="0"/>
              </a:spcAft>
              <a:buNone/>
              <a:defRPr>
                <a:solidFill>
                  <a:schemeClr val="lt1"/>
                </a:solidFill>
              </a:defRPr>
            </a:lvl2pPr>
            <a:lvl3pPr lvl="2" algn="ctr" rtl="0">
              <a:spcBef>
                <a:spcPts val="0"/>
              </a:spcBef>
              <a:spcAft>
                <a:spcPts val="0"/>
              </a:spcAft>
              <a:buNone/>
              <a:defRPr>
                <a:solidFill>
                  <a:schemeClr val="lt1"/>
                </a:solidFill>
              </a:defRPr>
            </a:lvl3pPr>
            <a:lvl4pPr lvl="3" algn="ctr" rtl="0">
              <a:spcBef>
                <a:spcPts val="0"/>
              </a:spcBef>
              <a:spcAft>
                <a:spcPts val="0"/>
              </a:spcAft>
              <a:buNone/>
              <a:defRPr>
                <a:solidFill>
                  <a:schemeClr val="lt1"/>
                </a:solidFill>
              </a:defRPr>
            </a:lvl4pPr>
            <a:lvl5pPr lvl="4" algn="ctr" rtl="0">
              <a:spcBef>
                <a:spcPts val="0"/>
              </a:spcBef>
              <a:spcAft>
                <a:spcPts val="0"/>
              </a:spcAft>
              <a:buNone/>
              <a:defRPr>
                <a:solidFill>
                  <a:schemeClr val="lt1"/>
                </a:solidFill>
              </a:defRPr>
            </a:lvl5pPr>
            <a:lvl6pPr lvl="5" algn="ctr" rtl="0">
              <a:spcBef>
                <a:spcPts val="0"/>
              </a:spcBef>
              <a:spcAft>
                <a:spcPts val="0"/>
              </a:spcAft>
              <a:buNone/>
              <a:defRPr>
                <a:solidFill>
                  <a:schemeClr val="lt1"/>
                </a:solidFill>
              </a:defRPr>
            </a:lvl6pPr>
            <a:lvl7pPr lvl="6" algn="ctr" rtl="0">
              <a:spcBef>
                <a:spcPts val="0"/>
              </a:spcBef>
              <a:spcAft>
                <a:spcPts val="0"/>
              </a:spcAft>
              <a:buNone/>
              <a:defRPr>
                <a:solidFill>
                  <a:schemeClr val="lt1"/>
                </a:solidFill>
              </a:defRPr>
            </a:lvl7pPr>
            <a:lvl8pPr lvl="7" algn="ctr" rtl="0">
              <a:spcBef>
                <a:spcPts val="0"/>
              </a:spcBef>
              <a:spcAft>
                <a:spcPts val="0"/>
              </a:spcAft>
              <a:buNone/>
              <a:defRPr>
                <a:solidFill>
                  <a:schemeClr val="lt1"/>
                </a:solidFill>
              </a:defRPr>
            </a:lvl8pPr>
            <a:lvl9pPr lvl="8" algn="ctr" rtl="0">
              <a:spcBef>
                <a:spcPts val="0"/>
              </a:spcBef>
              <a:spcAft>
                <a:spcPts val="0"/>
              </a:spcAft>
              <a:buNone/>
              <a:defRPr>
                <a:solidFill>
                  <a:schemeClr val="lt1"/>
                </a:solidFill>
              </a:defRPr>
            </a:lvl9pPr>
          </a:lstStyle>
          <a:p/>
        </p:txBody>
      </p:sp>
      <p:sp>
        <p:nvSpPr>
          <p:cNvPr id="148" name="Google Shape;148;p22"/>
          <p:cNvSpPr/>
          <p:nvPr/>
        </p:nvSpPr>
        <p:spPr>
          <a:xfrm>
            <a:off x="3426917" y="-125"/>
            <a:ext cx="2073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2">
  <p:cSld name="CUSTOM_2_2_1">
    <p:spTree>
      <p:nvGrpSpPr>
        <p:cNvPr id="149" name="Shape 149"/>
        <p:cNvGrpSpPr/>
        <p:nvPr/>
      </p:nvGrpSpPr>
      <p:grpSpPr>
        <a:xfrm>
          <a:off x="0" y="0"/>
          <a:ext cx="0" cy="0"/>
          <a:chOff x="0" y="0"/>
          <a:chExt cx="0" cy="0"/>
        </a:xfrm>
      </p:grpSpPr>
      <p:sp>
        <p:nvSpPr>
          <p:cNvPr id="150" name="Google Shape;150;p23"/>
          <p:cNvSpPr txBox="1"/>
          <p:nvPr>
            <p:ph type="title"/>
          </p:nvPr>
        </p:nvSpPr>
        <p:spPr>
          <a:xfrm>
            <a:off x="726225" y="438300"/>
            <a:ext cx="76914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1" name="Google Shape;151;p23"/>
          <p:cNvSpPr txBox="1"/>
          <p:nvPr>
            <p:ph type="subTitle" idx="1"/>
          </p:nvPr>
        </p:nvSpPr>
        <p:spPr>
          <a:xfrm>
            <a:off x="1216169" y="1635575"/>
            <a:ext cx="1935300" cy="4692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00" b="1">
                <a:solidFill>
                  <a:schemeClr val="accent1"/>
                </a:solidFill>
              </a:defRPr>
            </a:lvl1pPr>
            <a:lvl2pPr lvl="1" algn="r" rtl="0">
              <a:spcBef>
                <a:spcPts val="0"/>
              </a:spcBef>
              <a:spcAft>
                <a:spcPts val="0"/>
              </a:spcAft>
              <a:buNone/>
              <a:defRPr sz="1800" b="1">
                <a:solidFill>
                  <a:schemeClr val="accent1"/>
                </a:solidFill>
              </a:defRPr>
            </a:lvl2pPr>
            <a:lvl3pPr lvl="2" algn="r" rtl="0">
              <a:spcBef>
                <a:spcPts val="0"/>
              </a:spcBef>
              <a:spcAft>
                <a:spcPts val="0"/>
              </a:spcAft>
              <a:buNone/>
              <a:defRPr sz="1800" b="1">
                <a:solidFill>
                  <a:schemeClr val="accent1"/>
                </a:solidFill>
              </a:defRPr>
            </a:lvl3pPr>
            <a:lvl4pPr lvl="3" algn="r" rtl="0">
              <a:spcBef>
                <a:spcPts val="0"/>
              </a:spcBef>
              <a:spcAft>
                <a:spcPts val="0"/>
              </a:spcAft>
              <a:buNone/>
              <a:defRPr sz="1800" b="1">
                <a:solidFill>
                  <a:schemeClr val="accent1"/>
                </a:solidFill>
              </a:defRPr>
            </a:lvl4pPr>
            <a:lvl5pPr lvl="4" algn="r" rtl="0">
              <a:spcBef>
                <a:spcPts val="0"/>
              </a:spcBef>
              <a:spcAft>
                <a:spcPts val="0"/>
              </a:spcAft>
              <a:buNone/>
              <a:defRPr sz="1800" b="1">
                <a:solidFill>
                  <a:schemeClr val="accent1"/>
                </a:solidFill>
              </a:defRPr>
            </a:lvl5pPr>
            <a:lvl6pPr lvl="5" algn="r" rtl="0">
              <a:spcBef>
                <a:spcPts val="0"/>
              </a:spcBef>
              <a:spcAft>
                <a:spcPts val="0"/>
              </a:spcAft>
              <a:buNone/>
              <a:defRPr sz="1800" b="1">
                <a:solidFill>
                  <a:schemeClr val="accent1"/>
                </a:solidFill>
              </a:defRPr>
            </a:lvl6pPr>
            <a:lvl7pPr lvl="6" algn="r" rtl="0">
              <a:spcBef>
                <a:spcPts val="0"/>
              </a:spcBef>
              <a:spcAft>
                <a:spcPts val="0"/>
              </a:spcAft>
              <a:buNone/>
              <a:defRPr sz="1800" b="1">
                <a:solidFill>
                  <a:schemeClr val="accent1"/>
                </a:solidFill>
              </a:defRPr>
            </a:lvl7pPr>
            <a:lvl8pPr lvl="7" algn="r" rtl="0">
              <a:spcBef>
                <a:spcPts val="0"/>
              </a:spcBef>
              <a:spcAft>
                <a:spcPts val="0"/>
              </a:spcAft>
              <a:buNone/>
              <a:defRPr sz="1800" b="1">
                <a:solidFill>
                  <a:schemeClr val="accent1"/>
                </a:solidFill>
              </a:defRPr>
            </a:lvl8pPr>
            <a:lvl9pPr lvl="8" algn="r" rtl="0">
              <a:spcBef>
                <a:spcPts val="0"/>
              </a:spcBef>
              <a:spcAft>
                <a:spcPts val="0"/>
              </a:spcAft>
              <a:buNone/>
              <a:defRPr sz="1800" b="1">
                <a:solidFill>
                  <a:schemeClr val="accent1"/>
                </a:solidFill>
              </a:defRPr>
            </a:lvl9pPr>
          </a:lstStyle>
          <a:p/>
        </p:txBody>
      </p:sp>
      <p:sp>
        <p:nvSpPr>
          <p:cNvPr id="152" name="Google Shape;152;p23"/>
          <p:cNvSpPr txBox="1"/>
          <p:nvPr>
            <p:ph type="subTitle" idx="2"/>
          </p:nvPr>
        </p:nvSpPr>
        <p:spPr>
          <a:xfrm>
            <a:off x="1216200" y="1944675"/>
            <a:ext cx="1935300" cy="6885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a:lvl1pPr>
            <a:lvl2pPr lvl="1" algn="r" rtl="0">
              <a:spcBef>
                <a:spcPts val="0"/>
              </a:spcBef>
              <a:spcAft>
                <a:spcPts val="0"/>
              </a:spcAft>
              <a:buNone/>
              <a:defRPr/>
            </a:lvl2pPr>
            <a:lvl3pPr lvl="2" algn="r" rtl="0">
              <a:spcBef>
                <a:spcPts val="0"/>
              </a:spcBef>
              <a:spcAft>
                <a:spcPts val="0"/>
              </a:spcAft>
              <a:buNone/>
              <a:defRPr/>
            </a:lvl3pPr>
            <a:lvl4pPr lvl="3" algn="r" rtl="0">
              <a:spcBef>
                <a:spcPts val="0"/>
              </a:spcBef>
              <a:spcAft>
                <a:spcPts val="0"/>
              </a:spcAft>
              <a:buNone/>
              <a:defRPr/>
            </a:lvl4pPr>
            <a:lvl5pPr lvl="4" algn="r" rtl="0">
              <a:spcBef>
                <a:spcPts val="0"/>
              </a:spcBef>
              <a:spcAft>
                <a:spcPts val="0"/>
              </a:spcAft>
              <a:buNone/>
              <a:defRPr/>
            </a:lvl5pPr>
            <a:lvl6pPr lvl="5" algn="r" rtl="0">
              <a:spcBef>
                <a:spcPts val="0"/>
              </a:spcBef>
              <a:spcAft>
                <a:spcPts val="0"/>
              </a:spcAft>
              <a:buNone/>
              <a:defRPr/>
            </a:lvl6pPr>
            <a:lvl7pPr lvl="6" algn="r" rtl="0">
              <a:spcBef>
                <a:spcPts val="0"/>
              </a:spcBef>
              <a:spcAft>
                <a:spcPts val="0"/>
              </a:spcAft>
              <a:buNone/>
              <a:defRPr/>
            </a:lvl7pPr>
            <a:lvl8pPr lvl="7" algn="r" rtl="0">
              <a:spcBef>
                <a:spcPts val="0"/>
              </a:spcBef>
              <a:spcAft>
                <a:spcPts val="0"/>
              </a:spcAft>
              <a:buNone/>
              <a:defRPr/>
            </a:lvl8pPr>
            <a:lvl9pPr lvl="8" algn="r" rtl="0">
              <a:spcBef>
                <a:spcPts val="0"/>
              </a:spcBef>
              <a:spcAft>
                <a:spcPts val="0"/>
              </a:spcAft>
              <a:buNone/>
              <a:defRPr/>
            </a:lvl9pPr>
          </a:lstStyle>
          <a:p/>
        </p:txBody>
      </p:sp>
      <p:sp>
        <p:nvSpPr>
          <p:cNvPr id="153" name="Google Shape;153;p23"/>
          <p:cNvSpPr txBox="1"/>
          <p:nvPr>
            <p:ph type="subTitle" idx="3"/>
          </p:nvPr>
        </p:nvSpPr>
        <p:spPr>
          <a:xfrm>
            <a:off x="1216169" y="3168243"/>
            <a:ext cx="1935300" cy="4677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800" b="1">
                <a:solidFill>
                  <a:schemeClr val="accent1"/>
                </a:solidFill>
              </a:defRPr>
            </a:lvl1pPr>
            <a:lvl2pPr lvl="1" algn="r" rtl="0">
              <a:spcBef>
                <a:spcPts val="0"/>
              </a:spcBef>
              <a:spcAft>
                <a:spcPts val="0"/>
              </a:spcAft>
              <a:buNone/>
              <a:defRPr sz="1800" b="1">
                <a:solidFill>
                  <a:schemeClr val="accent1"/>
                </a:solidFill>
              </a:defRPr>
            </a:lvl2pPr>
            <a:lvl3pPr lvl="2" algn="r" rtl="0">
              <a:spcBef>
                <a:spcPts val="0"/>
              </a:spcBef>
              <a:spcAft>
                <a:spcPts val="0"/>
              </a:spcAft>
              <a:buNone/>
              <a:defRPr sz="1800" b="1">
                <a:solidFill>
                  <a:schemeClr val="accent1"/>
                </a:solidFill>
              </a:defRPr>
            </a:lvl3pPr>
            <a:lvl4pPr lvl="3" algn="r" rtl="0">
              <a:spcBef>
                <a:spcPts val="0"/>
              </a:spcBef>
              <a:spcAft>
                <a:spcPts val="0"/>
              </a:spcAft>
              <a:buNone/>
              <a:defRPr sz="1800" b="1">
                <a:solidFill>
                  <a:schemeClr val="accent1"/>
                </a:solidFill>
              </a:defRPr>
            </a:lvl4pPr>
            <a:lvl5pPr lvl="4" algn="r" rtl="0">
              <a:spcBef>
                <a:spcPts val="0"/>
              </a:spcBef>
              <a:spcAft>
                <a:spcPts val="0"/>
              </a:spcAft>
              <a:buNone/>
              <a:defRPr sz="1800" b="1">
                <a:solidFill>
                  <a:schemeClr val="accent1"/>
                </a:solidFill>
              </a:defRPr>
            </a:lvl5pPr>
            <a:lvl6pPr lvl="5" algn="r" rtl="0">
              <a:spcBef>
                <a:spcPts val="0"/>
              </a:spcBef>
              <a:spcAft>
                <a:spcPts val="0"/>
              </a:spcAft>
              <a:buNone/>
              <a:defRPr sz="1800" b="1">
                <a:solidFill>
                  <a:schemeClr val="accent1"/>
                </a:solidFill>
              </a:defRPr>
            </a:lvl6pPr>
            <a:lvl7pPr lvl="6" algn="r" rtl="0">
              <a:spcBef>
                <a:spcPts val="0"/>
              </a:spcBef>
              <a:spcAft>
                <a:spcPts val="0"/>
              </a:spcAft>
              <a:buNone/>
              <a:defRPr sz="1800" b="1">
                <a:solidFill>
                  <a:schemeClr val="accent1"/>
                </a:solidFill>
              </a:defRPr>
            </a:lvl7pPr>
            <a:lvl8pPr lvl="7" algn="r" rtl="0">
              <a:spcBef>
                <a:spcPts val="0"/>
              </a:spcBef>
              <a:spcAft>
                <a:spcPts val="0"/>
              </a:spcAft>
              <a:buNone/>
              <a:defRPr sz="1800" b="1">
                <a:solidFill>
                  <a:schemeClr val="accent1"/>
                </a:solidFill>
              </a:defRPr>
            </a:lvl8pPr>
            <a:lvl9pPr lvl="8" algn="r" rtl="0">
              <a:spcBef>
                <a:spcPts val="0"/>
              </a:spcBef>
              <a:spcAft>
                <a:spcPts val="0"/>
              </a:spcAft>
              <a:buNone/>
              <a:defRPr sz="1800" b="1">
                <a:solidFill>
                  <a:schemeClr val="accent1"/>
                </a:solidFill>
              </a:defRPr>
            </a:lvl9pPr>
          </a:lstStyle>
          <a:p/>
        </p:txBody>
      </p:sp>
      <p:sp>
        <p:nvSpPr>
          <p:cNvPr id="154" name="Google Shape;154;p23"/>
          <p:cNvSpPr txBox="1"/>
          <p:nvPr>
            <p:ph type="subTitle" idx="4"/>
          </p:nvPr>
        </p:nvSpPr>
        <p:spPr>
          <a:xfrm>
            <a:off x="1216100" y="3477525"/>
            <a:ext cx="1935300" cy="6885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a:lvl1pPr>
            <a:lvl2pPr lvl="1" algn="r" rtl="0">
              <a:spcBef>
                <a:spcPts val="0"/>
              </a:spcBef>
              <a:spcAft>
                <a:spcPts val="0"/>
              </a:spcAft>
              <a:buNone/>
              <a:defRPr/>
            </a:lvl2pPr>
            <a:lvl3pPr lvl="2" algn="r" rtl="0">
              <a:spcBef>
                <a:spcPts val="0"/>
              </a:spcBef>
              <a:spcAft>
                <a:spcPts val="0"/>
              </a:spcAft>
              <a:buNone/>
              <a:defRPr/>
            </a:lvl3pPr>
            <a:lvl4pPr lvl="3" algn="r" rtl="0">
              <a:spcBef>
                <a:spcPts val="0"/>
              </a:spcBef>
              <a:spcAft>
                <a:spcPts val="0"/>
              </a:spcAft>
              <a:buNone/>
              <a:defRPr/>
            </a:lvl4pPr>
            <a:lvl5pPr lvl="4" algn="r" rtl="0">
              <a:spcBef>
                <a:spcPts val="0"/>
              </a:spcBef>
              <a:spcAft>
                <a:spcPts val="0"/>
              </a:spcAft>
              <a:buNone/>
              <a:defRPr/>
            </a:lvl5pPr>
            <a:lvl6pPr lvl="5" algn="r" rtl="0">
              <a:spcBef>
                <a:spcPts val="0"/>
              </a:spcBef>
              <a:spcAft>
                <a:spcPts val="0"/>
              </a:spcAft>
              <a:buNone/>
              <a:defRPr/>
            </a:lvl6pPr>
            <a:lvl7pPr lvl="6" algn="r" rtl="0">
              <a:spcBef>
                <a:spcPts val="0"/>
              </a:spcBef>
              <a:spcAft>
                <a:spcPts val="0"/>
              </a:spcAft>
              <a:buNone/>
              <a:defRPr/>
            </a:lvl7pPr>
            <a:lvl8pPr lvl="7" algn="r" rtl="0">
              <a:spcBef>
                <a:spcPts val="0"/>
              </a:spcBef>
              <a:spcAft>
                <a:spcPts val="0"/>
              </a:spcAft>
              <a:buNone/>
              <a:defRPr/>
            </a:lvl8pPr>
            <a:lvl9pPr lvl="8" algn="r" rtl="0">
              <a:spcBef>
                <a:spcPts val="0"/>
              </a:spcBef>
              <a:spcAft>
                <a:spcPts val="0"/>
              </a:spcAft>
              <a:buNone/>
              <a:defRPr/>
            </a:lvl9pPr>
          </a:lstStyle>
          <a:p/>
        </p:txBody>
      </p:sp>
      <p:sp>
        <p:nvSpPr>
          <p:cNvPr id="155" name="Google Shape;155;p23"/>
          <p:cNvSpPr txBox="1"/>
          <p:nvPr>
            <p:ph type="subTitle" idx="5"/>
          </p:nvPr>
        </p:nvSpPr>
        <p:spPr>
          <a:xfrm>
            <a:off x="5992554" y="1635575"/>
            <a:ext cx="1935300" cy="469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solidFill>
                  <a:schemeClr val="accent1"/>
                </a:solidFill>
              </a:defRPr>
            </a:lvl1pPr>
            <a:lvl2pPr lvl="1" rtl="0">
              <a:spcBef>
                <a:spcPts val="0"/>
              </a:spcBef>
              <a:spcAft>
                <a:spcPts val="0"/>
              </a:spcAft>
              <a:buNone/>
              <a:defRPr sz="1800" b="1">
                <a:solidFill>
                  <a:schemeClr val="accent1"/>
                </a:solidFill>
              </a:defRPr>
            </a:lvl2pPr>
            <a:lvl3pPr lvl="2" rtl="0">
              <a:spcBef>
                <a:spcPts val="0"/>
              </a:spcBef>
              <a:spcAft>
                <a:spcPts val="0"/>
              </a:spcAft>
              <a:buNone/>
              <a:defRPr sz="1800" b="1">
                <a:solidFill>
                  <a:schemeClr val="accent1"/>
                </a:solidFill>
              </a:defRPr>
            </a:lvl3pPr>
            <a:lvl4pPr lvl="3" rtl="0">
              <a:spcBef>
                <a:spcPts val="0"/>
              </a:spcBef>
              <a:spcAft>
                <a:spcPts val="0"/>
              </a:spcAft>
              <a:buNone/>
              <a:defRPr sz="1800" b="1">
                <a:solidFill>
                  <a:schemeClr val="accent1"/>
                </a:solidFill>
              </a:defRPr>
            </a:lvl4pPr>
            <a:lvl5pPr lvl="4" rtl="0">
              <a:spcBef>
                <a:spcPts val="0"/>
              </a:spcBef>
              <a:spcAft>
                <a:spcPts val="0"/>
              </a:spcAft>
              <a:buNone/>
              <a:defRPr sz="1800" b="1">
                <a:solidFill>
                  <a:schemeClr val="accent1"/>
                </a:solidFill>
              </a:defRPr>
            </a:lvl5pPr>
            <a:lvl6pPr lvl="5" rtl="0">
              <a:spcBef>
                <a:spcPts val="0"/>
              </a:spcBef>
              <a:spcAft>
                <a:spcPts val="0"/>
              </a:spcAft>
              <a:buNone/>
              <a:defRPr sz="1800" b="1">
                <a:solidFill>
                  <a:schemeClr val="accent1"/>
                </a:solidFill>
              </a:defRPr>
            </a:lvl6pPr>
            <a:lvl7pPr lvl="6" rtl="0">
              <a:spcBef>
                <a:spcPts val="0"/>
              </a:spcBef>
              <a:spcAft>
                <a:spcPts val="0"/>
              </a:spcAft>
              <a:buNone/>
              <a:defRPr sz="1800" b="1">
                <a:solidFill>
                  <a:schemeClr val="accent1"/>
                </a:solidFill>
              </a:defRPr>
            </a:lvl7pPr>
            <a:lvl8pPr lvl="7" rtl="0">
              <a:spcBef>
                <a:spcPts val="0"/>
              </a:spcBef>
              <a:spcAft>
                <a:spcPts val="0"/>
              </a:spcAft>
              <a:buNone/>
              <a:defRPr sz="1800" b="1">
                <a:solidFill>
                  <a:schemeClr val="accent1"/>
                </a:solidFill>
              </a:defRPr>
            </a:lvl8pPr>
            <a:lvl9pPr lvl="8" rtl="0">
              <a:spcBef>
                <a:spcPts val="0"/>
              </a:spcBef>
              <a:spcAft>
                <a:spcPts val="0"/>
              </a:spcAft>
              <a:buNone/>
              <a:defRPr sz="1800" b="1">
                <a:solidFill>
                  <a:schemeClr val="accent1"/>
                </a:solidFill>
              </a:defRPr>
            </a:lvl9pPr>
          </a:lstStyle>
          <a:p/>
        </p:txBody>
      </p:sp>
      <p:sp>
        <p:nvSpPr>
          <p:cNvPr id="156" name="Google Shape;156;p23"/>
          <p:cNvSpPr txBox="1"/>
          <p:nvPr>
            <p:ph type="subTitle" idx="6"/>
          </p:nvPr>
        </p:nvSpPr>
        <p:spPr>
          <a:xfrm>
            <a:off x="5992552" y="1944675"/>
            <a:ext cx="1935300" cy="6885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7" name="Google Shape;157;p23"/>
          <p:cNvSpPr txBox="1"/>
          <p:nvPr>
            <p:ph type="subTitle" idx="7"/>
          </p:nvPr>
        </p:nvSpPr>
        <p:spPr>
          <a:xfrm>
            <a:off x="5992554" y="3168243"/>
            <a:ext cx="1935300" cy="4677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b="1">
                <a:solidFill>
                  <a:schemeClr val="accent1"/>
                </a:solidFill>
              </a:defRPr>
            </a:lvl1pPr>
            <a:lvl2pPr lvl="1" rtl="0">
              <a:spcBef>
                <a:spcPts val="0"/>
              </a:spcBef>
              <a:spcAft>
                <a:spcPts val="0"/>
              </a:spcAft>
              <a:buNone/>
              <a:defRPr sz="1800" b="1">
                <a:solidFill>
                  <a:schemeClr val="accent1"/>
                </a:solidFill>
              </a:defRPr>
            </a:lvl2pPr>
            <a:lvl3pPr lvl="2" rtl="0">
              <a:spcBef>
                <a:spcPts val="0"/>
              </a:spcBef>
              <a:spcAft>
                <a:spcPts val="0"/>
              </a:spcAft>
              <a:buNone/>
              <a:defRPr sz="1800" b="1">
                <a:solidFill>
                  <a:schemeClr val="accent1"/>
                </a:solidFill>
              </a:defRPr>
            </a:lvl3pPr>
            <a:lvl4pPr lvl="3" rtl="0">
              <a:spcBef>
                <a:spcPts val="0"/>
              </a:spcBef>
              <a:spcAft>
                <a:spcPts val="0"/>
              </a:spcAft>
              <a:buNone/>
              <a:defRPr sz="1800" b="1">
                <a:solidFill>
                  <a:schemeClr val="accent1"/>
                </a:solidFill>
              </a:defRPr>
            </a:lvl4pPr>
            <a:lvl5pPr lvl="4" rtl="0">
              <a:spcBef>
                <a:spcPts val="0"/>
              </a:spcBef>
              <a:spcAft>
                <a:spcPts val="0"/>
              </a:spcAft>
              <a:buNone/>
              <a:defRPr sz="1800" b="1">
                <a:solidFill>
                  <a:schemeClr val="accent1"/>
                </a:solidFill>
              </a:defRPr>
            </a:lvl5pPr>
            <a:lvl6pPr lvl="5" rtl="0">
              <a:spcBef>
                <a:spcPts val="0"/>
              </a:spcBef>
              <a:spcAft>
                <a:spcPts val="0"/>
              </a:spcAft>
              <a:buNone/>
              <a:defRPr sz="1800" b="1">
                <a:solidFill>
                  <a:schemeClr val="accent1"/>
                </a:solidFill>
              </a:defRPr>
            </a:lvl6pPr>
            <a:lvl7pPr lvl="6" rtl="0">
              <a:spcBef>
                <a:spcPts val="0"/>
              </a:spcBef>
              <a:spcAft>
                <a:spcPts val="0"/>
              </a:spcAft>
              <a:buNone/>
              <a:defRPr sz="1800" b="1">
                <a:solidFill>
                  <a:schemeClr val="accent1"/>
                </a:solidFill>
              </a:defRPr>
            </a:lvl7pPr>
            <a:lvl8pPr lvl="7" rtl="0">
              <a:spcBef>
                <a:spcPts val="0"/>
              </a:spcBef>
              <a:spcAft>
                <a:spcPts val="0"/>
              </a:spcAft>
              <a:buNone/>
              <a:defRPr sz="1800" b="1">
                <a:solidFill>
                  <a:schemeClr val="accent1"/>
                </a:solidFill>
              </a:defRPr>
            </a:lvl8pPr>
            <a:lvl9pPr lvl="8" rtl="0">
              <a:spcBef>
                <a:spcPts val="0"/>
              </a:spcBef>
              <a:spcAft>
                <a:spcPts val="0"/>
              </a:spcAft>
              <a:buNone/>
              <a:defRPr sz="1800" b="1">
                <a:solidFill>
                  <a:schemeClr val="accent1"/>
                </a:solidFill>
              </a:defRPr>
            </a:lvl9pPr>
          </a:lstStyle>
          <a:p/>
        </p:txBody>
      </p:sp>
      <p:sp>
        <p:nvSpPr>
          <p:cNvPr id="158" name="Google Shape;158;p23"/>
          <p:cNvSpPr txBox="1"/>
          <p:nvPr>
            <p:ph type="subTitle" idx="8"/>
          </p:nvPr>
        </p:nvSpPr>
        <p:spPr>
          <a:xfrm>
            <a:off x="5992551" y="3477525"/>
            <a:ext cx="1935300" cy="6885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9" name="Google Shape;159;p23"/>
          <p:cNvSpPr/>
          <p:nvPr/>
        </p:nvSpPr>
        <p:spPr>
          <a:xfrm>
            <a:off x="-75" y="4748400"/>
            <a:ext cx="9144000" cy="395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2">
    <p:spTree>
      <p:nvGrpSpPr>
        <p:cNvPr id="160" name="Shape 160"/>
        <p:cNvGrpSpPr/>
        <p:nvPr/>
      </p:nvGrpSpPr>
      <p:grpSpPr>
        <a:xfrm>
          <a:off x="0" y="0"/>
          <a:ext cx="0" cy="0"/>
          <a:chOff x="0" y="0"/>
          <a:chExt cx="0" cy="0"/>
        </a:xfrm>
      </p:grpSpPr>
      <p:sp>
        <p:nvSpPr>
          <p:cNvPr id="161" name="Google Shape;161;p24"/>
          <p:cNvSpPr txBox="1"/>
          <p:nvPr>
            <p:ph type="title"/>
          </p:nvPr>
        </p:nvSpPr>
        <p:spPr>
          <a:xfrm>
            <a:off x="726225" y="1932000"/>
            <a:ext cx="3122100" cy="1279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lvl1pPr>
            <a:lvl2pPr lvl="1" algn="l" rtl="0">
              <a:spcBef>
                <a:spcPts val="0"/>
              </a:spcBef>
              <a:spcAft>
                <a:spcPts val="0"/>
              </a:spcAft>
              <a:buSzPts val="3200"/>
              <a:buNone/>
              <a:defRPr/>
            </a:lvl2pPr>
            <a:lvl3pPr lvl="2" algn="l" rtl="0">
              <a:spcBef>
                <a:spcPts val="0"/>
              </a:spcBef>
              <a:spcAft>
                <a:spcPts val="0"/>
              </a:spcAft>
              <a:buSzPts val="3200"/>
              <a:buNone/>
              <a:defRPr/>
            </a:lvl3pPr>
            <a:lvl4pPr lvl="3" algn="l" rtl="0">
              <a:spcBef>
                <a:spcPts val="0"/>
              </a:spcBef>
              <a:spcAft>
                <a:spcPts val="0"/>
              </a:spcAft>
              <a:buSzPts val="3200"/>
              <a:buNone/>
              <a:defRPr/>
            </a:lvl4pPr>
            <a:lvl5pPr lvl="4" algn="l" rtl="0">
              <a:spcBef>
                <a:spcPts val="0"/>
              </a:spcBef>
              <a:spcAft>
                <a:spcPts val="0"/>
              </a:spcAft>
              <a:buSzPts val="3200"/>
              <a:buNone/>
              <a:defRPr/>
            </a:lvl5pPr>
            <a:lvl6pPr lvl="5" algn="l" rtl="0">
              <a:spcBef>
                <a:spcPts val="0"/>
              </a:spcBef>
              <a:spcAft>
                <a:spcPts val="0"/>
              </a:spcAft>
              <a:buSzPts val="3200"/>
              <a:buNone/>
              <a:defRPr/>
            </a:lvl6pPr>
            <a:lvl7pPr lvl="6" algn="l" rtl="0">
              <a:spcBef>
                <a:spcPts val="0"/>
              </a:spcBef>
              <a:spcAft>
                <a:spcPts val="0"/>
              </a:spcAft>
              <a:buSzPts val="3200"/>
              <a:buNone/>
              <a:defRPr/>
            </a:lvl7pPr>
            <a:lvl8pPr lvl="7" algn="l" rtl="0">
              <a:spcBef>
                <a:spcPts val="0"/>
              </a:spcBef>
              <a:spcAft>
                <a:spcPts val="0"/>
              </a:spcAft>
              <a:buSzPts val="3200"/>
              <a:buNone/>
              <a:defRPr/>
            </a:lvl8pPr>
            <a:lvl9pPr lvl="8" algn="l" rtl="0">
              <a:spcBef>
                <a:spcPts val="0"/>
              </a:spcBef>
              <a:spcAft>
                <a:spcPts val="0"/>
              </a:spcAft>
              <a:buSzPts val="3200"/>
              <a:buNone/>
              <a:defRPr/>
            </a:lvl9pPr>
          </a:lstStyle>
          <a:p/>
        </p:txBody>
      </p:sp>
      <p:sp>
        <p:nvSpPr>
          <p:cNvPr id="162" name="Google Shape;162;p24"/>
          <p:cNvSpPr/>
          <p:nvPr/>
        </p:nvSpPr>
        <p:spPr>
          <a:xfrm>
            <a:off x="8819725" y="0"/>
            <a:ext cx="3243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 name="Google Shape;163;p24"/>
          <p:cNvSpPr/>
          <p:nvPr/>
        </p:nvSpPr>
        <p:spPr>
          <a:xfrm rot="5400000">
            <a:off x="4409857" y="-4409850"/>
            <a:ext cx="324300" cy="9144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hanks">
  <p:cSld name="CUSTOM_10_1_1">
    <p:spTree>
      <p:nvGrpSpPr>
        <p:cNvPr id="164" name="Shape 164"/>
        <p:cNvGrpSpPr/>
        <p:nvPr/>
      </p:nvGrpSpPr>
      <p:grpSpPr>
        <a:xfrm>
          <a:off x="0" y="0"/>
          <a:ext cx="0" cy="0"/>
          <a:chOff x="0" y="0"/>
          <a:chExt cx="0" cy="0"/>
        </a:xfrm>
      </p:grpSpPr>
      <p:sp>
        <p:nvSpPr>
          <p:cNvPr id="165" name="Google Shape;165;p25"/>
          <p:cNvSpPr/>
          <p:nvPr/>
        </p:nvSpPr>
        <p:spPr>
          <a:xfrm>
            <a:off x="0" y="0"/>
            <a:ext cx="9144000" cy="495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 name="Google Shape;166;p25"/>
          <p:cNvSpPr/>
          <p:nvPr/>
        </p:nvSpPr>
        <p:spPr>
          <a:xfrm rot="5400000">
            <a:off x="6397350" y="2396850"/>
            <a:ext cx="5143500" cy="349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 name="Google Shape;167;p25"/>
          <p:cNvSpPr/>
          <p:nvPr/>
        </p:nvSpPr>
        <p:spPr>
          <a:xfrm>
            <a:off x="0" y="2756500"/>
            <a:ext cx="5335800" cy="598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 name="Google Shape;168;p25"/>
          <p:cNvSpPr txBox="1"/>
          <p:nvPr>
            <p:ph type="title"/>
          </p:nvPr>
        </p:nvSpPr>
        <p:spPr>
          <a:xfrm>
            <a:off x="622736" y="1617344"/>
            <a:ext cx="4853400" cy="1041000"/>
          </a:xfrm>
          <a:prstGeom prst="rect">
            <a:avLst/>
          </a:prstGeom>
        </p:spPr>
        <p:txBody>
          <a:bodyPr spcFirstLastPara="1" wrap="square" lIns="91425" tIns="91425" rIns="91425" bIns="91425" anchor="t" anchorCtr="0">
            <a:noAutofit/>
          </a:bodyPr>
          <a:lstStyle>
            <a:lvl1pPr lvl="0" algn="l" rtl="0">
              <a:spcBef>
                <a:spcPts val="0"/>
              </a:spcBef>
              <a:spcAft>
                <a:spcPts val="0"/>
              </a:spcAft>
              <a:buNone/>
              <a:defRPr sz="8400"/>
            </a:lvl1pPr>
            <a:lvl2pPr lvl="1" algn="l" rtl="0">
              <a:spcBef>
                <a:spcPts val="0"/>
              </a:spcBef>
              <a:spcAft>
                <a:spcPts val="0"/>
              </a:spcAft>
              <a:buNone/>
              <a:defRPr sz="8400"/>
            </a:lvl2pPr>
            <a:lvl3pPr lvl="2" algn="l" rtl="0">
              <a:spcBef>
                <a:spcPts val="0"/>
              </a:spcBef>
              <a:spcAft>
                <a:spcPts val="0"/>
              </a:spcAft>
              <a:buNone/>
              <a:defRPr sz="8400"/>
            </a:lvl3pPr>
            <a:lvl4pPr lvl="3" algn="l" rtl="0">
              <a:spcBef>
                <a:spcPts val="0"/>
              </a:spcBef>
              <a:spcAft>
                <a:spcPts val="0"/>
              </a:spcAft>
              <a:buNone/>
              <a:defRPr sz="8400"/>
            </a:lvl4pPr>
            <a:lvl5pPr lvl="4" algn="l" rtl="0">
              <a:spcBef>
                <a:spcPts val="0"/>
              </a:spcBef>
              <a:spcAft>
                <a:spcPts val="0"/>
              </a:spcAft>
              <a:buNone/>
              <a:defRPr sz="8400"/>
            </a:lvl5pPr>
            <a:lvl6pPr lvl="5" algn="l" rtl="0">
              <a:spcBef>
                <a:spcPts val="0"/>
              </a:spcBef>
              <a:spcAft>
                <a:spcPts val="0"/>
              </a:spcAft>
              <a:buNone/>
              <a:defRPr sz="8400"/>
            </a:lvl6pPr>
            <a:lvl7pPr lvl="6" algn="l" rtl="0">
              <a:spcBef>
                <a:spcPts val="0"/>
              </a:spcBef>
              <a:spcAft>
                <a:spcPts val="0"/>
              </a:spcAft>
              <a:buNone/>
              <a:defRPr sz="8400"/>
            </a:lvl7pPr>
            <a:lvl8pPr lvl="7" algn="l" rtl="0">
              <a:spcBef>
                <a:spcPts val="0"/>
              </a:spcBef>
              <a:spcAft>
                <a:spcPts val="0"/>
              </a:spcAft>
              <a:buNone/>
              <a:defRPr sz="8400"/>
            </a:lvl8pPr>
            <a:lvl9pPr lvl="8" algn="l" rtl="0">
              <a:spcBef>
                <a:spcPts val="0"/>
              </a:spcBef>
              <a:spcAft>
                <a:spcPts val="0"/>
              </a:spcAft>
              <a:buNone/>
              <a:defRPr sz="8400"/>
            </a:lvl9pPr>
          </a:lstStyle>
          <a:p/>
        </p:txBody>
      </p:sp>
      <p:sp>
        <p:nvSpPr>
          <p:cNvPr id="169" name="Google Shape;169;p25"/>
          <p:cNvSpPr txBox="1"/>
          <p:nvPr>
            <p:ph type="subTitle" idx="1"/>
          </p:nvPr>
        </p:nvSpPr>
        <p:spPr>
          <a:xfrm>
            <a:off x="5764275" y="1652095"/>
            <a:ext cx="2860500" cy="13410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70" name="Google Shape;170;p25"/>
          <p:cNvSpPr txBox="1"/>
          <p:nvPr/>
        </p:nvSpPr>
        <p:spPr>
          <a:xfrm>
            <a:off x="630085" y="2838850"/>
            <a:ext cx="4661400" cy="433800"/>
          </a:xfrm>
          <a:prstGeom prst="rect">
            <a:avLst/>
          </a:prstGeom>
          <a:noFill/>
          <a:ln>
            <a:noFill/>
          </a:ln>
        </p:spPr>
        <p:txBody>
          <a:bodyPr spcFirstLastPara="1" wrap="square" lIns="91425" tIns="91425" rIns="91425" bIns="91425" anchor="ctr" anchorCtr="0">
            <a:noAutofit/>
          </a:bodyPr>
          <a:lstStyle/>
          <a:p>
            <a:pPr marL="0" lvl="0" indent="0" algn="l" rtl="0">
              <a:spcBef>
                <a:spcPts val="300"/>
              </a:spcBef>
              <a:spcAft>
                <a:spcPts val="0"/>
              </a:spcAft>
              <a:buClr>
                <a:schemeClr val="dk1"/>
              </a:buClr>
              <a:buSzPts val="1100"/>
              <a:buFont typeface="Arial" panose="020B0604020202020204"/>
              <a:buNone/>
            </a:pPr>
            <a:r>
              <a:rPr lang="en-GB" sz="1200" b="1">
                <a:solidFill>
                  <a:schemeClr val="lt1"/>
                </a:solidFill>
                <a:latin typeface="Exo 2"/>
                <a:ea typeface="Exo 2"/>
                <a:cs typeface="Exo 2"/>
                <a:sym typeface="Exo 2"/>
              </a:rPr>
              <a:t>CREDITS:</a:t>
            </a:r>
            <a:r>
              <a:rPr lang="en-GB" sz="1200">
                <a:solidFill>
                  <a:schemeClr val="lt1"/>
                </a:solidFill>
                <a:latin typeface="Exo 2"/>
                <a:ea typeface="Exo 2"/>
                <a:cs typeface="Exo 2"/>
                <a:sym typeface="Exo 2"/>
              </a:rPr>
              <a:t> This presentation template was created by </a:t>
            </a:r>
            <a:r>
              <a:rPr lang="en-GB" sz="1200" b="1">
                <a:solidFill>
                  <a:schemeClr val="lt1"/>
                </a:solidFill>
                <a:uFill>
                  <a:noFill/>
                </a:uFill>
                <a:latin typeface="Exo 2"/>
                <a:ea typeface="Exo 2"/>
                <a:cs typeface="Exo 2"/>
                <a:sym typeface="Exo 2"/>
                <a:hlinkClick r:id="rId2"/>
              </a:rPr>
              <a:t>Slidesgo</a:t>
            </a:r>
            <a:r>
              <a:rPr lang="en-GB" sz="1200">
                <a:solidFill>
                  <a:schemeClr val="lt1"/>
                </a:solidFill>
                <a:latin typeface="Exo 2"/>
                <a:ea typeface="Exo 2"/>
                <a:cs typeface="Exo 2"/>
                <a:sym typeface="Exo 2"/>
              </a:rPr>
              <a:t>, including icons by </a:t>
            </a:r>
            <a:r>
              <a:rPr lang="en-GB" sz="1200" b="1">
                <a:solidFill>
                  <a:schemeClr val="lt1"/>
                </a:solidFill>
                <a:uFill>
                  <a:noFill/>
                </a:uFill>
                <a:latin typeface="Exo 2"/>
                <a:ea typeface="Exo 2"/>
                <a:cs typeface="Exo 2"/>
                <a:sym typeface="Exo 2"/>
                <a:hlinkClick r:id="rId3"/>
              </a:rPr>
              <a:t>Flaticon</a:t>
            </a:r>
            <a:r>
              <a:rPr lang="en-GB" sz="1200">
                <a:solidFill>
                  <a:schemeClr val="lt1"/>
                </a:solidFill>
                <a:latin typeface="Exo 2"/>
                <a:ea typeface="Exo 2"/>
                <a:cs typeface="Exo 2"/>
                <a:sym typeface="Exo 2"/>
              </a:rPr>
              <a:t>, infographics &amp; images by </a:t>
            </a:r>
            <a:r>
              <a:rPr lang="en-GB" sz="1200" b="1">
                <a:solidFill>
                  <a:schemeClr val="lt1"/>
                </a:solidFill>
                <a:uFill>
                  <a:noFill/>
                </a:uFill>
                <a:latin typeface="Exo 2"/>
                <a:ea typeface="Exo 2"/>
                <a:cs typeface="Exo 2"/>
                <a:sym typeface="Exo 2"/>
                <a:hlinkClick r:id="rId4"/>
              </a:rPr>
              <a:t>Freepik</a:t>
            </a:r>
            <a:r>
              <a:rPr lang="en-GB" sz="1200">
                <a:solidFill>
                  <a:schemeClr val="lt1"/>
                </a:solidFill>
                <a:latin typeface="Exo 2"/>
                <a:ea typeface="Exo 2"/>
                <a:cs typeface="Exo 2"/>
                <a:sym typeface="Exo 2"/>
              </a:rPr>
              <a:t> </a:t>
            </a:r>
            <a:endParaRPr>
              <a:solidFill>
                <a:schemeClr val="lt1"/>
              </a:solidFill>
              <a:latin typeface="Exo 2"/>
              <a:ea typeface="Exo 2"/>
              <a:cs typeface="Exo 2"/>
              <a:sym typeface="Exo 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1">
  <p:cSld name="CUSTOM_10_1_1_1">
    <p:spTree>
      <p:nvGrpSpPr>
        <p:cNvPr id="171" name="Shape 171"/>
        <p:cNvGrpSpPr/>
        <p:nvPr/>
      </p:nvGrpSpPr>
      <p:grpSpPr>
        <a:xfrm>
          <a:off x="0" y="0"/>
          <a:ext cx="0" cy="0"/>
          <a:chOff x="0" y="0"/>
          <a:chExt cx="0" cy="0"/>
        </a:xfrm>
      </p:grpSpPr>
      <p:sp>
        <p:nvSpPr>
          <p:cNvPr id="172" name="Google Shape;172;p26"/>
          <p:cNvSpPr/>
          <p:nvPr/>
        </p:nvSpPr>
        <p:spPr>
          <a:xfrm>
            <a:off x="0" y="0"/>
            <a:ext cx="9144000" cy="495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 name="Google Shape;173;p26"/>
          <p:cNvSpPr/>
          <p:nvPr/>
        </p:nvSpPr>
        <p:spPr>
          <a:xfrm rot="5400000">
            <a:off x="6397350" y="2396850"/>
            <a:ext cx="5143500" cy="349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2">
  <p:cSld name="CUSTOM_10_1_1_1_1">
    <p:spTree>
      <p:nvGrpSpPr>
        <p:cNvPr id="174" name="Shape 174"/>
        <p:cNvGrpSpPr/>
        <p:nvPr/>
      </p:nvGrpSpPr>
      <p:grpSpPr>
        <a:xfrm>
          <a:off x="0" y="0"/>
          <a:ext cx="0" cy="0"/>
          <a:chOff x="0" y="0"/>
          <a:chExt cx="0" cy="0"/>
        </a:xfrm>
      </p:grpSpPr>
      <p:sp>
        <p:nvSpPr>
          <p:cNvPr id="175" name="Google Shape;175;p27"/>
          <p:cNvSpPr/>
          <p:nvPr/>
        </p:nvSpPr>
        <p:spPr>
          <a:xfrm rot="5400000">
            <a:off x="4302300" y="-4302300"/>
            <a:ext cx="539400" cy="9144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 name="Google Shape;176;p27"/>
          <p:cNvSpPr/>
          <p:nvPr/>
        </p:nvSpPr>
        <p:spPr>
          <a:xfrm>
            <a:off x="2318250" y="7975"/>
            <a:ext cx="4507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 name="Google Shape;177;p27"/>
          <p:cNvSpPr/>
          <p:nvPr/>
        </p:nvSpPr>
        <p:spPr>
          <a:xfrm>
            <a:off x="0" y="8050"/>
            <a:ext cx="539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3">
  <p:cSld name="CUSTOM_10_1_1_1_1_1">
    <p:spTree>
      <p:nvGrpSpPr>
        <p:cNvPr id="178" name="Shape 178"/>
        <p:cNvGrpSpPr/>
        <p:nvPr/>
      </p:nvGrpSpPr>
      <p:grpSpPr>
        <a:xfrm>
          <a:off x="0" y="0"/>
          <a:ext cx="0" cy="0"/>
          <a:chOff x="0" y="0"/>
          <a:chExt cx="0" cy="0"/>
        </a:xfrm>
      </p:grpSpPr>
      <p:sp>
        <p:nvSpPr>
          <p:cNvPr id="179" name="Google Shape;179;p28"/>
          <p:cNvSpPr/>
          <p:nvPr/>
        </p:nvSpPr>
        <p:spPr>
          <a:xfrm>
            <a:off x="840875" y="0"/>
            <a:ext cx="1902300" cy="1906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180" name="Google Shape;180;p28"/>
          <p:cNvSpPr/>
          <p:nvPr/>
        </p:nvSpPr>
        <p:spPr>
          <a:xfrm>
            <a:off x="842475" y="3237000"/>
            <a:ext cx="1900800" cy="1906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 name="Google Shape;181;p28"/>
          <p:cNvSpPr/>
          <p:nvPr/>
        </p:nvSpPr>
        <p:spPr>
          <a:xfrm>
            <a:off x="8572500" y="0"/>
            <a:ext cx="5715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4">
  <p:cSld name="CUSTOM_10_1_1_1_1_1_1">
    <p:spTree>
      <p:nvGrpSpPr>
        <p:cNvPr id="182" name="Shape 182"/>
        <p:cNvGrpSpPr/>
        <p:nvPr/>
      </p:nvGrpSpPr>
      <p:grpSpPr>
        <a:xfrm>
          <a:off x="0" y="0"/>
          <a:ext cx="0" cy="0"/>
          <a:chOff x="0" y="0"/>
          <a:chExt cx="0" cy="0"/>
        </a:xfrm>
      </p:grpSpPr>
      <p:cxnSp>
        <p:nvCxnSpPr>
          <p:cNvPr id="183" name="Google Shape;183;p29"/>
          <p:cNvCxnSpPr/>
          <p:nvPr/>
        </p:nvCxnSpPr>
        <p:spPr>
          <a:xfrm rot="10800000">
            <a:off x="2899713" y="802200"/>
            <a:ext cx="0" cy="3539100"/>
          </a:xfrm>
          <a:prstGeom prst="straightConnector1">
            <a:avLst/>
          </a:prstGeom>
          <a:noFill/>
          <a:ln w="9525" cap="flat" cmpd="sng">
            <a:solidFill>
              <a:schemeClr val="dk1"/>
            </a:solidFill>
            <a:prstDash val="solid"/>
            <a:round/>
            <a:headEnd type="none" w="med" len="med"/>
            <a:tailEnd type="none" w="med" len="med"/>
          </a:ln>
        </p:spPr>
      </p:cxnSp>
      <p:cxnSp>
        <p:nvCxnSpPr>
          <p:cNvPr id="184" name="Google Shape;184;p29"/>
          <p:cNvCxnSpPr/>
          <p:nvPr/>
        </p:nvCxnSpPr>
        <p:spPr>
          <a:xfrm rot="10800000">
            <a:off x="5770088" y="802200"/>
            <a:ext cx="0" cy="3539100"/>
          </a:xfrm>
          <a:prstGeom prst="straightConnector1">
            <a:avLst/>
          </a:prstGeom>
          <a:noFill/>
          <a:ln w="9525" cap="flat" cmpd="sng">
            <a:solidFill>
              <a:schemeClr val="dk1"/>
            </a:solidFill>
            <a:prstDash val="solid"/>
            <a:round/>
            <a:headEnd type="none" w="med" len="med"/>
            <a:tailEnd type="none" w="med" len="med"/>
          </a:ln>
        </p:spPr>
      </p:cxnSp>
      <p:sp>
        <p:nvSpPr>
          <p:cNvPr id="185" name="Google Shape;185;p29"/>
          <p:cNvSpPr/>
          <p:nvPr/>
        </p:nvSpPr>
        <p:spPr>
          <a:xfrm>
            <a:off x="3223400" y="0"/>
            <a:ext cx="2223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 name="Google Shape;186;p29"/>
          <p:cNvSpPr/>
          <p:nvPr/>
        </p:nvSpPr>
        <p:spPr>
          <a:xfrm>
            <a:off x="8771350" y="0"/>
            <a:ext cx="3726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9" Type="http://schemas.openxmlformats.org/officeDocument/2006/relationships/theme" Target="../theme/theme1.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726225" y="441350"/>
            <a:ext cx="7691400" cy="572700"/>
          </a:xfrm>
          <a:prstGeom prst="rect">
            <a:avLst/>
          </a:prstGeom>
          <a:noFill/>
          <a:ln>
            <a:noFill/>
          </a:ln>
        </p:spPr>
        <p:txBody>
          <a:bodyPr spcFirstLastPara="1" wrap="square" lIns="91425" tIns="91425" rIns="91425" bIns="91425" anchor="t" anchorCtr="0">
            <a:noAutofit/>
          </a:bodyPr>
          <a:lstStyle>
            <a:lvl1pPr lvl="0" algn="r">
              <a:lnSpc>
                <a:spcPct val="80000"/>
              </a:lnSpc>
              <a:spcBef>
                <a:spcPts val="0"/>
              </a:spcBef>
              <a:spcAft>
                <a:spcPts val="0"/>
              </a:spcAft>
              <a:buClr>
                <a:schemeClr val="dk1"/>
              </a:buClr>
              <a:buSzPts val="3200"/>
              <a:buFont typeface="Chakra Petch" panose="00000500000000000000"/>
              <a:buNone/>
              <a:defRPr sz="3200" b="1">
                <a:solidFill>
                  <a:schemeClr val="dk1"/>
                </a:solidFill>
                <a:latin typeface="Chakra Petch" panose="00000500000000000000"/>
                <a:ea typeface="Chakra Petch" panose="00000500000000000000"/>
                <a:cs typeface="Chakra Petch" panose="00000500000000000000"/>
                <a:sym typeface="Chakra Petch" panose="00000500000000000000"/>
              </a:defRPr>
            </a:lvl1pPr>
            <a:lvl2pPr lvl="1" algn="r">
              <a:lnSpc>
                <a:spcPct val="80000"/>
              </a:lnSpc>
              <a:spcBef>
                <a:spcPts val="0"/>
              </a:spcBef>
              <a:spcAft>
                <a:spcPts val="0"/>
              </a:spcAft>
              <a:buClr>
                <a:schemeClr val="dk1"/>
              </a:buClr>
              <a:buSzPts val="3200"/>
              <a:buFont typeface="Chakra Petch" panose="00000500000000000000"/>
              <a:buNone/>
              <a:defRPr sz="3200" b="1">
                <a:solidFill>
                  <a:schemeClr val="dk1"/>
                </a:solidFill>
                <a:latin typeface="Chakra Petch" panose="00000500000000000000"/>
                <a:ea typeface="Chakra Petch" panose="00000500000000000000"/>
                <a:cs typeface="Chakra Petch" panose="00000500000000000000"/>
                <a:sym typeface="Chakra Petch" panose="00000500000000000000"/>
              </a:defRPr>
            </a:lvl2pPr>
            <a:lvl3pPr lvl="2" algn="r">
              <a:lnSpc>
                <a:spcPct val="80000"/>
              </a:lnSpc>
              <a:spcBef>
                <a:spcPts val="0"/>
              </a:spcBef>
              <a:spcAft>
                <a:spcPts val="0"/>
              </a:spcAft>
              <a:buClr>
                <a:schemeClr val="dk1"/>
              </a:buClr>
              <a:buSzPts val="3200"/>
              <a:buFont typeface="Chakra Petch" panose="00000500000000000000"/>
              <a:buNone/>
              <a:defRPr sz="3200" b="1">
                <a:solidFill>
                  <a:schemeClr val="dk1"/>
                </a:solidFill>
                <a:latin typeface="Chakra Petch" panose="00000500000000000000"/>
                <a:ea typeface="Chakra Petch" panose="00000500000000000000"/>
                <a:cs typeface="Chakra Petch" panose="00000500000000000000"/>
                <a:sym typeface="Chakra Petch" panose="00000500000000000000"/>
              </a:defRPr>
            </a:lvl3pPr>
            <a:lvl4pPr lvl="3" algn="r">
              <a:lnSpc>
                <a:spcPct val="80000"/>
              </a:lnSpc>
              <a:spcBef>
                <a:spcPts val="0"/>
              </a:spcBef>
              <a:spcAft>
                <a:spcPts val="0"/>
              </a:spcAft>
              <a:buClr>
                <a:schemeClr val="dk1"/>
              </a:buClr>
              <a:buSzPts val="3200"/>
              <a:buFont typeface="Chakra Petch" panose="00000500000000000000"/>
              <a:buNone/>
              <a:defRPr sz="3200" b="1">
                <a:solidFill>
                  <a:schemeClr val="dk1"/>
                </a:solidFill>
                <a:latin typeface="Chakra Petch" panose="00000500000000000000"/>
                <a:ea typeface="Chakra Petch" panose="00000500000000000000"/>
                <a:cs typeface="Chakra Petch" panose="00000500000000000000"/>
                <a:sym typeface="Chakra Petch" panose="00000500000000000000"/>
              </a:defRPr>
            </a:lvl4pPr>
            <a:lvl5pPr lvl="4" algn="r">
              <a:lnSpc>
                <a:spcPct val="80000"/>
              </a:lnSpc>
              <a:spcBef>
                <a:spcPts val="0"/>
              </a:spcBef>
              <a:spcAft>
                <a:spcPts val="0"/>
              </a:spcAft>
              <a:buClr>
                <a:schemeClr val="dk1"/>
              </a:buClr>
              <a:buSzPts val="3200"/>
              <a:buFont typeface="Chakra Petch" panose="00000500000000000000"/>
              <a:buNone/>
              <a:defRPr sz="3200" b="1">
                <a:solidFill>
                  <a:schemeClr val="dk1"/>
                </a:solidFill>
                <a:latin typeface="Chakra Petch" panose="00000500000000000000"/>
                <a:ea typeface="Chakra Petch" panose="00000500000000000000"/>
                <a:cs typeface="Chakra Petch" panose="00000500000000000000"/>
                <a:sym typeface="Chakra Petch" panose="00000500000000000000"/>
              </a:defRPr>
            </a:lvl5pPr>
            <a:lvl6pPr lvl="5" algn="r">
              <a:lnSpc>
                <a:spcPct val="80000"/>
              </a:lnSpc>
              <a:spcBef>
                <a:spcPts val="0"/>
              </a:spcBef>
              <a:spcAft>
                <a:spcPts val="0"/>
              </a:spcAft>
              <a:buClr>
                <a:schemeClr val="dk1"/>
              </a:buClr>
              <a:buSzPts val="3200"/>
              <a:buFont typeface="Chakra Petch" panose="00000500000000000000"/>
              <a:buNone/>
              <a:defRPr sz="3200" b="1">
                <a:solidFill>
                  <a:schemeClr val="dk1"/>
                </a:solidFill>
                <a:latin typeface="Chakra Petch" panose="00000500000000000000"/>
                <a:ea typeface="Chakra Petch" panose="00000500000000000000"/>
                <a:cs typeface="Chakra Petch" panose="00000500000000000000"/>
                <a:sym typeface="Chakra Petch" panose="00000500000000000000"/>
              </a:defRPr>
            </a:lvl6pPr>
            <a:lvl7pPr lvl="6" algn="r">
              <a:lnSpc>
                <a:spcPct val="80000"/>
              </a:lnSpc>
              <a:spcBef>
                <a:spcPts val="0"/>
              </a:spcBef>
              <a:spcAft>
                <a:spcPts val="0"/>
              </a:spcAft>
              <a:buClr>
                <a:schemeClr val="dk1"/>
              </a:buClr>
              <a:buSzPts val="3200"/>
              <a:buFont typeface="Chakra Petch" panose="00000500000000000000"/>
              <a:buNone/>
              <a:defRPr sz="3200" b="1">
                <a:solidFill>
                  <a:schemeClr val="dk1"/>
                </a:solidFill>
                <a:latin typeface="Chakra Petch" panose="00000500000000000000"/>
                <a:ea typeface="Chakra Petch" panose="00000500000000000000"/>
                <a:cs typeface="Chakra Petch" panose="00000500000000000000"/>
                <a:sym typeface="Chakra Petch" panose="00000500000000000000"/>
              </a:defRPr>
            </a:lvl7pPr>
            <a:lvl8pPr lvl="7" algn="r">
              <a:lnSpc>
                <a:spcPct val="80000"/>
              </a:lnSpc>
              <a:spcBef>
                <a:spcPts val="0"/>
              </a:spcBef>
              <a:spcAft>
                <a:spcPts val="0"/>
              </a:spcAft>
              <a:buClr>
                <a:schemeClr val="dk1"/>
              </a:buClr>
              <a:buSzPts val="3200"/>
              <a:buFont typeface="Chakra Petch" panose="00000500000000000000"/>
              <a:buNone/>
              <a:defRPr sz="3200" b="1">
                <a:solidFill>
                  <a:schemeClr val="dk1"/>
                </a:solidFill>
                <a:latin typeface="Chakra Petch" panose="00000500000000000000"/>
                <a:ea typeface="Chakra Petch" panose="00000500000000000000"/>
                <a:cs typeface="Chakra Petch" panose="00000500000000000000"/>
                <a:sym typeface="Chakra Petch" panose="00000500000000000000"/>
              </a:defRPr>
            </a:lvl8pPr>
            <a:lvl9pPr lvl="8" algn="r">
              <a:lnSpc>
                <a:spcPct val="80000"/>
              </a:lnSpc>
              <a:spcBef>
                <a:spcPts val="0"/>
              </a:spcBef>
              <a:spcAft>
                <a:spcPts val="0"/>
              </a:spcAft>
              <a:buClr>
                <a:schemeClr val="dk1"/>
              </a:buClr>
              <a:buSzPts val="3200"/>
              <a:buFont typeface="Chakra Petch" panose="00000500000000000000"/>
              <a:buNone/>
              <a:defRPr sz="3200" b="1">
                <a:solidFill>
                  <a:schemeClr val="dk1"/>
                </a:solidFill>
                <a:latin typeface="Chakra Petch" panose="00000500000000000000"/>
                <a:ea typeface="Chakra Petch" panose="00000500000000000000"/>
                <a:cs typeface="Chakra Petch" panose="00000500000000000000"/>
                <a:sym typeface="Chakra Petch" panose="00000500000000000000"/>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1pPr>
            <a:lvl2pPr marL="914400" lvl="1"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2pPr>
            <a:lvl3pPr marL="1371600" lvl="2"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3pPr>
            <a:lvl4pPr marL="1828800" lvl="3"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4pPr>
            <a:lvl5pPr marL="2286000" lvl="4"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5pPr>
            <a:lvl6pPr marL="2743200" lvl="5"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6pPr>
            <a:lvl7pPr marL="3200400" lvl="6"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7pPr>
            <a:lvl8pPr marL="3657600" lvl="7"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8pPr>
            <a:lvl9pPr marL="4114800" lvl="8" indent="-330200">
              <a:lnSpc>
                <a:spcPct val="100000"/>
              </a:lnSpc>
              <a:spcBef>
                <a:spcPts val="0"/>
              </a:spcBef>
              <a:spcAft>
                <a:spcPts val="0"/>
              </a:spcAft>
              <a:buClr>
                <a:schemeClr val="dk1"/>
              </a:buClr>
              <a:buSzPts val="1600"/>
              <a:buFont typeface="Exo"/>
              <a:buChar char="■"/>
              <a:defRPr sz="1600">
                <a:solidFill>
                  <a:schemeClr val="dk1"/>
                </a:solidFill>
                <a:latin typeface="Exo"/>
                <a:ea typeface="Exo"/>
                <a:cs typeface="Exo"/>
                <a:sym typeface="Exo"/>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9.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5.xml"/><Relationship Id="rId2" Type="http://schemas.openxmlformats.org/officeDocument/2006/relationships/image" Target="../media/image4.jpe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4.xml"/><Relationship Id="rId2" Type="http://schemas.openxmlformats.org/officeDocument/2006/relationships/image" Target="../media/image8.png"/><Relationship Id="rId1"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0.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3.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3.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13.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94" name="Shape 194"/>
        <p:cNvGrpSpPr/>
        <p:nvPr/>
      </p:nvGrpSpPr>
      <p:grpSpPr>
        <a:xfrm>
          <a:off x="0" y="0"/>
          <a:ext cx="0" cy="0"/>
          <a:chOff x="0" y="0"/>
          <a:chExt cx="0" cy="0"/>
        </a:xfrm>
      </p:grpSpPr>
      <p:sp>
        <p:nvSpPr>
          <p:cNvPr id="195" name="Google Shape;195;p32"/>
          <p:cNvSpPr txBox="1"/>
          <p:nvPr>
            <p:ph type="ctrTitle"/>
          </p:nvPr>
        </p:nvSpPr>
        <p:spPr>
          <a:xfrm>
            <a:off x="822325" y="1813400"/>
            <a:ext cx="4893600" cy="2258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2000">
                <a:solidFill>
                  <a:schemeClr val="accent1"/>
                </a:solidFill>
              </a:rPr>
              <a:t>RECOMMENDATION SYSTE</a:t>
            </a:r>
            <a:r>
              <a:rPr lang="en-US" altLang="en-GB" sz="2000">
                <a:solidFill>
                  <a:schemeClr val="accent1"/>
                </a:solidFill>
              </a:rPr>
              <a:t>M FOR</a:t>
            </a:r>
            <a:r>
              <a:rPr lang="en-GB" sz="3200"/>
              <a:t> </a:t>
            </a:r>
            <a:br>
              <a:rPr lang="en-GB" sz="3200"/>
            </a:br>
            <a:br>
              <a:rPr lang="en-GB" sz="3200"/>
            </a:br>
            <a:r>
              <a:rPr lang="en-GB"/>
              <a:t>RETAIL CUSTOMER</a:t>
            </a:r>
            <a:endParaRPr lang="en-GB"/>
          </a:p>
        </p:txBody>
      </p:sp>
      <p:sp>
        <p:nvSpPr>
          <p:cNvPr id="196" name="Google Shape;196;p32"/>
          <p:cNvSpPr txBox="1"/>
          <p:nvPr>
            <p:ph type="subTitle" idx="1"/>
          </p:nvPr>
        </p:nvSpPr>
        <p:spPr>
          <a:xfrm>
            <a:off x="6188875" y="2148500"/>
            <a:ext cx="1977900" cy="1588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sz="1800">
                <a:solidFill>
                  <a:schemeClr val="tx1"/>
                </a:solidFill>
                <a:effectLst>
                  <a:outerShdw blurRad="38100" dist="19050" dir="2700000" algn="tl" rotWithShape="0">
                    <a:schemeClr val="dk1">
                      <a:alpha val="40000"/>
                    </a:schemeClr>
                  </a:outerShdw>
                </a:effectLst>
              </a:rPr>
              <a:t>Dennis Mathew</a:t>
            </a:r>
            <a:endParaRPr lang="en-US" altLang="en-GB" sz="1800">
              <a:solidFill>
                <a:schemeClr val="tx1"/>
              </a:solidFill>
              <a:effectLst>
                <a:outerShdw blurRad="38100" dist="19050" dir="2700000" algn="tl" rotWithShape="0">
                  <a:schemeClr val="dk1">
                    <a:alpha val="40000"/>
                  </a:schemeClr>
                </a:outerShdw>
              </a:effectLst>
            </a:endParaRPr>
          </a:p>
          <a:p>
            <a:pPr marL="0" lvl="0" indent="0" algn="l" rtl="0">
              <a:spcBef>
                <a:spcPts val="0"/>
              </a:spcBef>
              <a:spcAft>
                <a:spcPts val="0"/>
              </a:spcAft>
              <a:buNone/>
            </a:pPr>
            <a:r>
              <a:rPr lang="en-US" altLang="en-GB" sz="1800">
                <a:solidFill>
                  <a:schemeClr val="tx1"/>
                </a:solidFill>
                <a:effectLst>
                  <a:outerShdw blurRad="38100" dist="19050" dir="2700000" algn="tl" rotWithShape="0">
                    <a:schemeClr val="dk1">
                      <a:alpha val="40000"/>
                    </a:schemeClr>
                  </a:outerShdw>
                </a:effectLst>
              </a:rPr>
              <a:t>S4-MCA-A</a:t>
            </a:r>
            <a:endParaRPr lang="en-US" altLang="en-GB" sz="1800">
              <a:solidFill>
                <a:schemeClr val="tx1"/>
              </a:solidFill>
              <a:effectLst>
                <a:outerShdw blurRad="38100" dist="19050" dir="2700000" algn="tl" rotWithShape="0">
                  <a:schemeClr val="dk1">
                    <a:alpha val="40000"/>
                  </a:schemeClr>
                </a:outerShdw>
              </a:effectLst>
            </a:endParaRPr>
          </a:p>
          <a:p>
            <a:pPr marL="0" lvl="0" indent="0" algn="l" rtl="0">
              <a:spcBef>
                <a:spcPts val="0"/>
              </a:spcBef>
              <a:spcAft>
                <a:spcPts val="0"/>
              </a:spcAft>
              <a:buNone/>
            </a:pPr>
            <a:r>
              <a:rPr lang="en-US" altLang="en-GB" sz="1800">
                <a:solidFill>
                  <a:schemeClr val="tx1"/>
                </a:solidFill>
                <a:effectLst>
                  <a:outerShdw blurRad="38100" dist="19050" dir="2700000" algn="tl" rotWithShape="0">
                    <a:schemeClr val="dk1">
                      <a:alpha val="40000"/>
                    </a:schemeClr>
                  </a:outerShdw>
                </a:effectLst>
              </a:rPr>
              <a:t>Roll No: 42</a:t>
            </a:r>
            <a:endParaRPr lang="en-US" altLang="en-GB" sz="1800">
              <a:solidFill>
                <a:schemeClr val="tx1"/>
              </a:solidFill>
              <a:effectLst>
                <a:outerShdw blurRad="38100" dist="19050" dir="2700000" algn="tl" rotWithShape="0">
                  <a:schemeClr val="dk1">
                    <a:alpha val="40000"/>
                  </a:schemeClr>
                </a:outerShdw>
              </a:effectLst>
            </a:endParaRPr>
          </a:p>
        </p:txBody>
      </p:sp>
      <p:cxnSp>
        <p:nvCxnSpPr>
          <p:cNvPr id="197" name="Google Shape;197;p32"/>
          <p:cNvCxnSpPr/>
          <p:nvPr/>
        </p:nvCxnSpPr>
        <p:spPr>
          <a:xfrm>
            <a:off x="5909286" y="2055775"/>
            <a:ext cx="0" cy="19671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07" name="Shape 207"/>
        <p:cNvGrpSpPr/>
        <p:nvPr/>
      </p:nvGrpSpPr>
      <p:grpSpPr>
        <a:xfrm>
          <a:off x="0" y="0"/>
          <a:ext cx="0" cy="0"/>
          <a:chOff x="0" y="0"/>
          <a:chExt cx="0" cy="0"/>
        </a:xfrm>
      </p:grpSpPr>
      <p:cxnSp>
        <p:nvCxnSpPr>
          <p:cNvPr id="208" name="Google Shape;208;p34"/>
          <p:cNvCxnSpPr/>
          <p:nvPr/>
        </p:nvCxnSpPr>
        <p:spPr>
          <a:xfrm>
            <a:off x="1169750" y="3729672"/>
            <a:ext cx="2982900" cy="0"/>
          </a:xfrm>
          <a:prstGeom prst="straightConnector1">
            <a:avLst/>
          </a:prstGeom>
          <a:noFill/>
          <a:ln w="9525" cap="flat" cmpd="sng">
            <a:solidFill>
              <a:schemeClr val="dk1"/>
            </a:solidFill>
            <a:prstDash val="solid"/>
            <a:round/>
            <a:headEnd type="none" w="med" len="med"/>
            <a:tailEnd type="none" w="med" len="med"/>
          </a:ln>
        </p:spPr>
      </p:cxnSp>
      <p:sp>
        <p:nvSpPr>
          <p:cNvPr id="209" name="Google Shape;209;p34"/>
          <p:cNvSpPr txBox="1"/>
          <p:nvPr>
            <p:ph type="title"/>
          </p:nvPr>
        </p:nvSpPr>
        <p:spPr>
          <a:xfrm>
            <a:off x="5466600" y="2082750"/>
            <a:ext cx="2571000" cy="978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GB"/>
              <a:t>TABLE OF </a:t>
            </a:r>
            <a:r>
              <a:rPr lang="en-GB">
                <a:solidFill>
                  <a:schemeClr val="accent1"/>
                </a:solidFill>
              </a:rPr>
              <a:t>CONTENTS</a:t>
            </a:r>
            <a:endParaRPr>
              <a:solidFill>
                <a:schemeClr val="accent1"/>
              </a:solidFill>
            </a:endParaRPr>
          </a:p>
        </p:txBody>
      </p:sp>
      <p:sp>
        <p:nvSpPr>
          <p:cNvPr id="210" name="Google Shape;210;p34"/>
          <p:cNvSpPr txBox="1"/>
          <p:nvPr>
            <p:ph type="subTitle" idx="3"/>
          </p:nvPr>
        </p:nvSpPr>
        <p:spPr>
          <a:xfrm>
            <a:off x="1971975" y="3872302"/>
            <a:ext cx="3177000" cy="3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TECH STACK</a:t>
            </a:r>
            <a:endParaRPr lang="en-US" altLang="en-GB"/>
          </a:p>
        </p:txBody>
      </p:sp>
      <p:sp>
        <p:nvSpPr>
          <p:cNvPr id="211" name="Google Shape;211;p34"/>
          <p:cNvSpPr txBox="1"/>
          <p:nvPr>
            <p:ph type="subTitle" idx="4"/>
          </p:nvPr>
        </p:nvSpPr>
        <p:spPr>
          <a:xfrm>
            <a:off x="1971975" y="4167664"/>
            <a:ext cx="3177000" cy="525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Technologys used in the project</a:t>
            </a:r>
            <a:endParaRPr lang="en-US" altLang="en-GB"/>
          </a:p>
        </p:txBody>
      </p:sp>
      <p:sp>
        <p:nvSpPr>
          <p:cNvPr id="212" name="Google Shape;212;p34"/>
          <p:cNvSpPr txBox="1"/>
          <p:nvPr>
            <p:ph type="subTitle" idx="1"/>
          </p:nvPr>
        </p:nvSpPr>
        <p:spPr>
          <a:xfrm>
            <a:off x="1971975" y="450536"/>
            <a:ext cx="3177000" cy="3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INTRODUCTION</a:t>
            </a:r>
            <a:endParaRPr lang="en-GB"/>
          </a:p>
        </p:txBody>
      </p:sp>
      <p:sp>
        <p:nvSpPr>
          <p:cNvPr id="213" name="Google Shape;213;p34"/>
          <p:cNvSpPr txBox="1"/>
          <p:nvPr>
            <p:ph type="subTitle" idx="2"/>
          </p:nvPr>
        </p:nvSpPr>
        <p:spPr>
          <a:xfrm>
            <a:off x="1971975" y="740406"/>
            <a:ext cx="3177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A brief description of the project</a:t>
            </a:r>
            <a:endParaRPr lang="en-US" altLang="en-GB"/>
          </a:p>
        </p:txBody>
      </p:sp>
      <p:sp>
        <p:nvSpPr>
          <p:cNvPr id="214" name="Google Shape;214;p34"/>
          <p:cNvSpPr txBox="1"/>
          <p:nvPr>
            <p:ph type="subTitle" idx="5"/>
          </p:nvPr>
        </p:nvSpPr>
        <p:spPr>
          <a:xfrm>
            <a:off x="1971975" y="1537469"/>
            <a:ext cx="3177000" cy="3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PROPOSED SYSTEM</a:t>
            </a:r>
            <a:endParaRPr lang="en-US" altLang="en-GB"/>
          </a:p>
        </p:txBody>
      </p:sp>
      <p:sp>
        <p:nvSpPr>
          <p:cNvPr id="215" name="Google Shape;215;p34"/>
          <p:cNvSpPr txBox="1"/>
          <p:nvPr>
            <p:ph type="subTitle" idx="6"/>
          </p:nvPr>
        </p:nvSpPr>
        <p:spPr>
          <a:xfrm>
            <a:off x="1971975" y="1829170"/>
            <a:ext cx="3177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H</a:t>
            </a:r>
            <a:r>
              <a:rPr lang="en-US" altLang="en-GB"/>
              <a:t>ow we solve the problem</a:t>
            </a:r>
            <a:endParaRPr lang="en-US" altLang="en-GB"/>
          </a:p>
        </p:txBody>
      </p:sp>
      <p:sp>
        <p:nvSpPr>
          <p:cNvPr id="216" name="Google Shape;216;p34"/>
          <p:cNvSpPr txBox="1"/>
          <p:nvPr>
            <p:ph type="subTitle" idx="7"/>
          </p:nvPr>
        </p:nvSpPr>
        <p:spPr>
          <a:xfrm>
            <a:off x="1971975" y="2679908"/>
            <a:ext cx="3177000" cy="3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OUR PROCESS</a:t>
            </a:r>
            <a:endParaRPr lang="en-GB"/>
          </a:p>
        </p:txBody>
      </p:sp>
      <p:sp>
        <p:nvSpPr>
          <p:cNvPr id="217" name="Google Shape;217;p34"/>
          <p:cNvSpPr txBox="1"/>
          <p:nvPr>
            <p:ph type="subTitle" idx="8"/>
          </p:nvPr>
        </p:nvSpPr>
        <p:spPr>
          <a:xfrm>
            <a:off x="1971975" y="2973440"/>
            <a:ext cx="3177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t>Diffrent modules and datasets involved in the project</a:t>
            </a:r>
            <a:endParaRPr lang="en-US" altLang="en-GB"/>
          </a:p>
        </p:txBody>
      </p:sp>
      <p:sp>
        <p:nvSpPr>
          <p:cNvPr id="218" name="Google Shape;218;p34"/>
          <p:cNvSpPr txBox="1"/>
          <p:nvPr>
            <p:ph type="title" idx="9"/>
          </p:nvPr>
        </p:nvSpPr>
        <p:spPr>
          <a:xfrm>
            <a:off x="976920" y="656207"/>
            <a:ext cx="9105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a:t>01</a:t>
            </a:r>
            <a:endParaRPr lang="en-GB"/>
          </a:p>
        </p:txBody>
      </p:sp>
      <p:sp>
        <p:nvSpPr>
          <p:cNvPr id="219" name="Google Shape;219;p34"/>
          <p:cNvSpPr txBox="1"/>
          <p:nvPr>
            <p:ph type="title" idx="13"/>
          </p:nvPr>
        </p:nvSpPr>
        <p:spPr>
          <a:xfrm>
            <a:off x="976921" y="1788924"/>
            <a:ext cx="9105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a:t>02</a:t>
            </a:r>
            <a:endParaRPr lang="en-GB"/>
          </a:p>
        </p:txBody>
      </p:sp>
      <p:sp>
        <p:nvSpPr>
          <p:cNvPr id="220" name="Google Shape;220;p34"/>
          <p:cNvSpPr txBox="1"/>
          <p:nvPr>
            <p:ph type="title" idx="14"/>
          </p:nvPr>
        </p:nvSpPr>
        <p:spPr>
          <a:xfrm>
            <a:off x="976914" y="2923117"/>
            <a:ext cx="9105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a:t>03</a:t>
            </a:r>
            <a:endParaRPr lang="en-GB"/>
          </a:p>
        </p:txBody>
      </p:sp>
      <p:sp>
        <p:nvSpPr>
          <p:cNvPr id="221" name="Google Shape;221;p34"/>
          <p:cNvSpPr txBox="1"/>
          <p:nvPr>
            <p:ph type="title" idx="15"/>
          </p:nvPr>
        </p:nvSpPr>
        <p:spPr>
          <a:xfrm>
            <a:off x="976925" y="4055294"/>
            <a:ext cx="9105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GB"/>
              <a:t>04</a:t>
            </a:r>
            <a:endParaRPr lang="en-GB"/>
          </a:p>
        </p:txBody>
      </p:sp>
      <p:cxnSp>
        <p:nvCxnSpPr>
          <p:cNvPr id="222" name="Google Shape;222;p34"/>
          <p:cNvCxnSpPr/>
          <p:nvPr/>
        </p:nvCxnSpPr>
        <p:spPr>
          <a:xfrm>
            <a:off x="1169750" y="1464453"/>
            <a:ext cx="2982900" cy="0"/>
          </a:xfrm>
          <a:prstGeom prst="straightConnector1">
            <a:avLst/>
          </a:prstGeom>
          <a:noFill/>
          <a:ln w="9525" cap="flat" cmpd="sng">
            <a:solidFill>
              <a:schemeClr val="dk1"/>
            </a:solidFill>
            <a:prstDash val="solid"/>
            <a:round/>
            <a:headEnd type="none" w="med" len="med"/>
            <a:tailEnd type="none" w="med" len="med"/>
          </a:ln>
        </p:spPr>
      </p:cxnSp>
      <p:cxnSp>
        <p:nvCxnSpPr>
          <p:cNvPr id="223" name="Google Shape;223;p34"/>
          <p:cNvCxnSpPr/>
          <p:nvPr/>
        </p:nvCxnSpPr>
        <p:spPr>
          <a:xfrm>
            <a:off x="1169750" y="2597397"/>
            <a:ext cx="2982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18" name="Shape 618"/>
        <p:cNvGrpSpPr/>
        <p:nvPr/>
      </p:nvGrpSpPr>
      <p:grpSpPr>
        <a:xfrm>
          <a:off x="0" y="0"/>
          <a:ext cx="0" cy="0"/>
          <a:chOff x="0" y="0"/>
          <a:chExt cx="0" cy="0"/>
        </a:xfrm>
      </p:grpSpPr>
      <p:sp>
        <p:nvSpPr>
          <p:cNvPr id="619" name="Google Shape;619;p51"/>
          <p:cNvSpPr txBox="1"/>
          <p:nvPr>
            <p:ph type="title"/>
          </p:nvPr>
        </p:nvSpPr>
        <p:spPr>
          <a:xfrm>
            <a:off x="726225" y="2124300"/>
            <a:ext cx="2549700" cy="89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2400">
                <a:sym typeface="+mn-ea"/>
              </a:rPr>
              <a:t>INTRODUCTION</a:t>
            </a:r>
            <a:endParaRPr sz="2400">
              <a:solidFill>
                <a:schemeClr val="accent1"/>
              </a:solidFill>
            </a:endParaRPr>
          </a:p>
        </p:txBody>
      </p:sp>
      <p:sp>
        <p:nvSpPr>
          <p:cNvPr id="620" name="Google Shape;620;p51"/>
          <p:cNvSpPr txBox="1"/>
          <p:nvPr>
            <p:ph type="subTitle" idx="1"/>
          </p:nvPr>
        </p:nvSpPr>
        <p:spPr>
          <a:xfrm>
            <a:off x="3923665" y="1512570"/>
            <a:ext cx="4476750" cy="211836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panose="020B0604020202020204"/>
              <a:buNone/>
            </a:pPr>
            <a:r>
              <a:rPr lang="en-GB"/>
              <a:t>Recommendation systems are a very popular and effective paradigm in retail business. With a recommendation system, shoppers can find items they like with less effort. Furthermore, they are presented with items they’ve never thought of buying, but which actually suits their needs.</a:t>
            </a:r>
            <a:endParaRPr lang="en-GB"/>
          </a:p>
        </p:txBody>
      </p:sp>
      <p:cxnSp>
        <p:nvCxnSpPr>
          <p:cNvPr id="621" name="Google Shape;621;p51"/>
          <p:cNvCxnSpPr/>
          <p:nvPr/>
        </p:nvCxnSpPr>
        <p:spPr>
          <a:xfrm>
            <a:off x="3501450" y="1303975"/>
            <a:ext cx="0" cy="24552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604" name="Shape 604"/>
        <p:cNvGrpSpPr/>
        <p:nvPr/>
      </p:nvGrpSpPr>
      <p:grpSpPr>
        <a:xfrm>
          <a:off x="0" y="0"/>
          <a:ext cx="0" cy="0"/>
          <a:chOff x="0" y="0"/>
          <a:chExt cx="0" cy="0"/>
        </a:xfrm>
      </p:grpSpPr>
      <p:sp>
        <p:nvSpPr>
          <p:cNvPr id="605" name="Google Shape;605;p49"/>
          <p:cNvSpPr txBox="1"/>
          <p:nvPr>
            <p:ph type="title"/>
          </p:nvPr>
        </p:nvSpPr>
        <p:spPr>
          <a:xfrm>
            <a:off x="179705" y="1563370"/>
            <a:ext cx="5033645" cy="188341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GB" sz="2400" b="0">
                <a:latin typeface="Bahnschrift Light" panose="020B0502040204020203" charset="0"/>
                <a:cs typeface="Bahnschrift Light" panose="020B0502040204020203" charset="0"/>
              </a:rPr>
              <a:t>A recommendation system is a tool that uses a series of algorithms, data analysis and artificial Intelligence (AI) to make recommendations online.</a:t>
            </a:r>
            <a:endParaRPr lang="en-US" altLang="en-GB" sz="2400" b="0">
              <a:latin typeface="Bahnschrift Light" panose="020B0502040204020203" charset="0"/>
              <a:cs typeface="Bahnschrift Light" panose="020B0502040204020203" charset="0"/>
            </a:endParaRPr>
          </a:p>
        </p:txBody>
      </p:sp>
      <p:cxnSp>
        <p:nvCxnSpPr>
          <p:cNvPr id="607" name="Google Shape;607;p49"/>
          <p:cNvCxnSpPr/>
          <p:nvPr/>
        </p:nvCxnSpPr>
        <p:spPr>
          <a:xfrm>
            <a:off x="5626451" y="1440825"/>
            <a:ext cx="0" cy="2173200"/>
          </a:xfrm>
          <a:prstGeom prst="straightConnector1">
            <a:avLst/>
          </a:prstGeom>
          <a:noFill/>
          <a:ln w="9525" cap="flat" cmpd="sng">
            <a:solidFill>
              <a:schemeClr val="dk1"/>
            </a:solidFill>
            <a:prstDash val="solid"/>
            <a:round/>
            <a:headEnd type="none" w="med" len="med"/>
            <a:tailEnd type="none" w="med" len="med"/>
          </a:ln>
        </p:spPr>
      </p:cxnSp>
      <p:sp>
        <p:nvSpPr>
          <p:cNvPr id="229" name="Google Shape;229;p35"/>
          <p:cNvSpPr txBox="1"/>
          <p:nvPr/>
        </p:nvSpPr>
        <p:spPr>
          <a:xfrm>
            <a:off x="5724525" y="1923415"/>
            <a:ext cx="2933700" cy="1105535"/>
          </a:xfrm>
          <a:prstGeom prst="rect">
            <a:avLst/>
          </a:prstGeom>
          <a:noFill/>
          <a:ln>
            <a:noFill/>
          </a:ln>
        </p:spPr>
        <p:txBody>
          <a:bodyPr wrap="square" lIns="91425" tIns="91425" rIns="91425" bIns="91425" anchor="ctr"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chemeClr val="dk1"/>
              </a:buClr>
              <a:buSzPts val="3200"/>
              <a:buFont typeface="Chakra Petch" panose="00000500000000000000"/>
              <a:buNone/>
              <a:defRPr sz="3200" b="1" i="0" u="none" strike="noStrike" cap="none">
                <a:solidFill>
                  <a:schemeClr val="dk1"/>
                </a:solidFill>
                <a:latin typeface="Chakra Petch" panose="00000500000000000000"/>
                <a:ea typeface="Chakra Petch" panose="00000500000000000000"/>
                <a:cs typeface="Chakra Petch" panose="00000500000000000000"/>
                <a:sym typeface="Chakra Petch" panose="00000500000000000000"/>
              </a:defRPr>
            </a:lvl1pPr>
            <a:lvl2pPr marR="0" lvl="1" algn="ctr" rtl="0">
              <a:lnSpc>
                <a:spcPct val="80000"/>
              </a:lnSpc>
              <a:spcBef>
                <a:spcPts val="0"/>
              </a:spcBef>
              <a:spcAft>
                <a:spcPts val="0"/>
              </a:spcAft>
              <a:buClr>
                <a:schemeClr val="dk1"/>
              </a:buClr>
              <a:buSzPts val="3200"/>
              <a:buFont typeface="Chakra Petch" panose="00000500000000000000"/>
              <a:buNone/>
              <a:defRPr sz="3200" b="1" i="0" u="none" strike="noStrike" cap="none">
                <a:solidFill>
                  <a:schemeClr val="dk1"/>
                </a:solidFill>
                <a:latin typeface="Chakra Petch" panose="00000500000000000000"/>
                <a:ea typeface="Chakra Petch" panose="00000500000000000000"/>
                <a:cs typeface="Chakra Petch" panose="00000500000000000000"/>
                <a:sym typeface="Chakra Petch" panose="00000500000000000000"/>
              </a:defRPr>
            </a:lvl2pPr>
            <a:lvl3pPr marR="0" lvl="2" algn="ctr" rtl="0">
              <a:lnSpc>
                <a:spcPct val="80000"/>
              </a:lnSpc>
              <a:spcBef>
                <a:spcPts val="0"/>
              </a:spcBef>
              <a:spcAft>
                <a:spcPts val="0"/>
              </a:spcAft>
              <a:buClr>
                <a:schemeClr val="dk1"/>
              </a:buClr>
              <a:buSzPts val="3200"/>
              <a:buFont typeface="Chakra Petch" panose="00000500000000000000"/>
              <a:buNone/>
              <a:defRPr sz="3200" b="1" i="0" u="none" strike="noStrike" cap="none">
                <a:solidFill>
                  <a:schemeClr val="dk1"/>
                </a:solidFill>
                <a:latin typeface="Chakra Petch" panose="00000500000000000000"/>
                <a:ea typeface="Chakra Petch" panose="00000500000000000000"/>
                <a:cs typeface="Chakra Petch" panose="00000500000000000000"/>
                <a:sym typeface="Chakra Petch" panose="00000500000000000000"/>
              </a:defRPr>
            </a:lvl3pPr>
            <a:lvl4pPr marR="0" lvl="3" algn="ctr" rtl="0">
              <a:lnSpc>
                <a:spcPct val="80000"/>
              </a:lnSpc>
              <a:spcBef>
                <a:spcPts val="0"/>
              </a:spcBef>
              <a:spcAft>
                <a:spcPts val="0"/>
              </a:spcAft>
              <a:buClr>
                <a:schemeClr val="dk1"/>
              </a:buClr>
              <a:buSzPts val="3200"/>
              <a:buFont typeface="Chakra Petch" panose="00000500000000000000"/>
              <a:buNone/>
              <a:defRPr sz="3200" b="1" i="0" u="none" strike="noStrike" cap="none">
                <a:solidFill>
                  <a:schemeClr val="dk1"/>
                </a:solidFill>
                <a:latin typeface="Chakra Petch" panose="00000500000000000000"/>
                <a:ea typeface="Chakra Petch" panose="00000500000000000000"/>
                <a:cs typeface="Chakra Petch" panose="00000500000000000000"/>
                <a:sym typeface="Chakra Petch" panose="00000500000000000000"/>
              </a:defRPr>
            </a:lvl4pPr>
            <a:lvl5pPr marR="0" lvl="4" algn="ctr" rtl="0">
              <a:lnSpc>
                <a:spcPct val="80000"/>
              </a:lnSpc>
              <a:spcBef>
                <a:spcPts val="0"/>
              </a:spcBef>
              <a:spcAft>
                <a:spcPts val="0"/>
              </a:spcAft>
              <a:buClr>
                <a:schemeClr val="dk1"/>
              </a:buClr>
              <a:buSzPts val="3200"/>
              <a:buFont typeface="Chakra Petch" panose="00000500000000000000"/>
              <a:buNone/>
              <a:defRPr sz="3200" b="1" i="0" u="none" strike="noStrike" cap="none">
                <a:solidFill>
                  <a:schemeClr val="dk1"/>
                </a:solidFill>
                <a:latin typeface="Chakra Petch" panose="00000500000000000000"/>
                <a:ea typeface="Chakra Petch" panose="00000500000000000000"/>
                <a:cs typeface="Chakra Petch" panose="00000500000000000000"/>
                <a:sym typeface="Chakra Petch" panose="00000500000000000000"/>
              </a:defRPr>
            </a:lvl5pPr>
            <a:lvl6pPr marR="0" lvl="5" algn="ctr" rtl="0">
              <a:lnSpc>
                <a:spcPct val="80000"/>
              </a:lnSpc>
              <a:spcBef>
                <a:spcPts val="0"/>
              </a:spcBef>
              <a:spcAft>
                <a:spcPts val="0"/>
              </a:spcAft>
              <a:buClr>
                <a:schemeClr val="dk1"/>
              </a:buClr>
              <a:buSzPts val="3200"/>
              <a:buFont typeface="Chakra Petch" panose="00000500000000000000"/>
              <a:buNone/>
              <a:defRPr sz="3200" b="1" i="0" u="none" strike="noStrike" cap="none">
                <a:solidFill>
                  <a:schemeClr val="dk1"/>
                </a:solidFill>
                <a:latin typeface="Chakra Petch" panose="00000500000000000000"/>
                <a:ea typeface="Chakra Petch" panose="00000500000000000000"/>
                <a:cs typeface="Chakra Petch" panose="00000500000000000000"/>
                <a:sym typeface="Chakra Petch" panose="00000500000000000000"/>
              </a:defRPr>
            </a:lvl6pPr>
            <a:lvl7pPr marR="0" lvl="6" algn="ctr" rtl="0">
              <a:lnSpc>
                <a:spcPct val="80000"/>
              </a:lnSpc>
              <a:spcBef>
                <a:spcPts val="0"/>
              </a:spcBef>
              <a:spcAft>
                <a:spcPts val="0"/>
              </a:spcAft>
              <a:buClr>
                <a:schemeClr val="dk1"/>
              </a:buClr>
              <a:buSzPts val="3200"/>
              <a:buFont typeface="Chakra Petch" panose="00000500000000000000"/>
              <a:buNone/>
              <a:defRPr sz="3200" b="1" i="0" u="none" strike="noStrike" cap="none">
                <a:solidFill>
                  <a:schemeClr val="dk1"/>
                </a:solidFill>
                <a:latin typeface="Chakra Petch" panose="00000500000000000000"/>
                <a:ea typeface="Chakra Petch" panose="00000500000000000000"/>
                <a:cs typeface="Chakra Petch" panose="00000500000000000000"/>
                <a:sym typeface="Chakra Petch" panose="00000500000000000000"/>
              </a:defRPr>
            </a:lvl7pPr>
            <a:lvl8pPr marR="0" lvl="7" algn="ctr" rtl="0">
              <a:lnSpc>
                <a:spcPct val="80000"/>
              </a:lnSpc>
              <a:spcBef>
                <a:spcPts val="0"/>
              </a:spcBef>
              <a:spcAft>
                <a:spcPts val="0"/>
              </a:spcAft>
              <a:buClr>
                <a:schemeClr val="dk1"/>
              </a:buClr>
              <a:buSzPts val="3200"/>
              <a:buFont typeface="Chakra Petch" panose="00000500000000000000"/>
              <a:buNone/>
              <a:defRPr sz="3200" b="1" i="0" u="none" strike="noStrike" cap="none">
                <a:solidFill>
                  <a:schemeClr val="dk1"/>
                </a:solidFill>
                <a:latin typeface="Chakra Petch" panose="00000500000000000000"/>
                <a:ea typeface="Chakra Petch" panose="00000500000000000000"/>
                <a:cs typeface="Chakra Petch" panose="00000500000000000000"/>
                <a:sym typeface="Chakra Petch" panose="00000500000000000000"/>
              </a:defRPr>
            </a:lvl8pPr>
            <a:lvl9pPr marR="0" lvl="8" algn="ctr" rtl="0">
              <a:lnSpc>
                <a:spcPct val="80000"/>
              </a:lnSpc>
              <a:spcBef>
                <a:spcPts val="0"/>
              </a:spcBef>
              <a:spcAft>
                <a:spcPts val="0"/>
              </a:spcAft>
              <a:buClr>
                <a:schemeClr val="dk1"/>
              </a:buClr>
              <a:buSzPts val="3200"/>
              <a:buFont typeface="Chakra Petch" panose="00000500000000000000"/>
              <a:buNone/>
              <a:defRPr sz="3200" b="1" i="0" u="none" strike="noStrike" cap="none">
                <a:solidFill>
                  <a:schemeClr val="dk1"/>
                </a:solidFill>
                <a:latin typeface="Chakra Petch" panose="00000500000000000000"/>
                <a:ea typeface="Chakra Petch" panose="00000500000000000000"/>
                <a:cs typeface="Chakra Petch" panose="00000500000000000000"/>
                <a:sym typeface="Chakra Petch" panose="00000500000000000000"/>
              </a:defRPr>
            </a:lvl9pPr>
          </a:lstStyle>
          <a:p>
            <a:pPr marL="0" lvl="0" indent="0" algn="l" rtl="0">
              <a:spcBef>
                <a:spcPts val="0"/>
              </a:spcBef>
              <a:spcAft>
                <a:spcPts val="0"/>
              </a:spcAft>
              <a:buNone/>
            </a:pPr>
            <a:r>
              <a:rPr lang="en-GB" sz="2000"/>
              <a:t>RECOMMENDATION </a:t>
            </a:r>
            <a:r>
              <a:rPr lang="en-GB">
                <a:solidFill>
                  <a:schemeClr val="accent1"/>
                </a:solidFill>
              </a:rPr>
              <a:t>SYSTEM</a:t>
            </a:r>
            <a:endParaRPr lang="en-GB">
              <a:solidFill>
                <a:schemeClr val="accen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69" name="Shape 269"/>
        <p:cNvGrpSpPr/>
        <p:nvPr/>
      </p:nvGrpSpPr>
      <p:grpSpPr>
        <a:xfrm>
          <a:off x="0" y="0"/>
          <a:ext cx="0" cy="0"/>
          <a:chOff x="0" y="0"/>
          <a:chExt cx="0" cy="0"/>
        </a:xfrm>
      </p:grpSpPr>
      <p:sp>
        <p:nvSpPr>
          <p:cNvPr id="270" name="Google Shape;270;p38"/>
          <p:cNvSpPr txBox="1"/>
          <p:nvPr>
            <p:ph type="title"/>
          </p:nvPr>
        </p:nvSpPr>
        <p:spPr>
          <a:xfrm>
            <a:off x="755650" y="407035"/>
            <a:ext cx="3472180" cy="54864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solidFill>
                  <a:schemeClr val="accent1"/>
                </a:solidFill>
              </a:rPr>
              <a:t>THE</a:t>
            </a:r>
            <a:r>
              <a:rPr lang="en-GB">
                <a:solidFill>
                  <a:schemeClr val="accent1"/>
                </a:solidFill>
              </a:rPr>
              <a:t> </a:t>
            </a:r>
            <a:r>
              <a:rPr lang="en-GB"/>
              <a:t>BENEFITS</a:t>
            </a:r>
            <a:endParaRPr lang="en-GB"/>
          </a:p>
        </p:txBody>
      </p:sp>
      <p:sp>
        <p:nvSpPr>
          <p:cNvPr id="271" name="Google Shape;271;p38"/>
          <p:cNvSpPr txBox="1"/>
          <p:nvPr>
            <p:ph type="subTitle" idx="1"/>
          </p:nvPr>
        </p:nvSpPr>
        <p:spPr>
          <a:xfrm>
            <a:off x="5940425" y="955675"/>
            <a:ext cx="2679065" cy="4362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Boost in sales</a:t>
            </a:r>
            <a:endParaRPr lang="en-GB"/>
          </a:p>
        </p:txBody>
      </p:sp>
      <p:sp>
        <p:nvSpPr>
          <p:cNvPr id="273" name="Google Shape;273;p38"/>
          <p:cNvSpPr txBox="1"/>
          <p:nvPr>
            <p:ph type="subTitle" idx="3"/>
          </p:nvPr>
        </p:nvSpPr>
        <p:spPr>
          <a:xfrm>
            <a:off x="5907405" y="2249805"/>
            <a:ext cx="2679065" cy="64389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Better understanding of customers</a:t>
            </a:r>
            <a:endParaRPr lang="en-GB"/>
          </a:p>
        </p:txBody>
      </p:sp>
      <p:sp>
        <p:nvSpPr>
          <p:cNvPr id="275" name="Google Shape;275;p38"/>
          <p:cNvSpPr txBox="1"/>
          <p:nvPr>
            <p:ph type="subTitle" idx="5"/>
          </p:nvPr>
        </p:nvSpPr>
        <p:spPr>
          <a:xfrm>
            <a:off x="5956905" y="3880163"/>
            <a:ext cx="2662800" cy="39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Long tail strategies</a:t>
            </a:r>
            <a:endParaRPr lang="en-GB"/>
          </a:p>
        </p:txBody>
      </p:sp>
      <p:cxnSp>
        <p:nvCxnSpPr>
          <p:cNvPr id="277" name="Google Shape;277;p38"/>
          <p:cNvCxnSpPr/>
          <p:nvPr/>
        </p:nvCxnSpPr>
        <p:spPr>
          <a:xfrm>
            <a:off x="6009375" y="1805782"/>
            <a:ext cx="2101800" cy="0"/>
          </a:xfrm>
          <a:prstGeom prst="straightConnector1">
            <a:avLst/>
          </a:prstGeom>
          <a:noFill/>
          <a:ln w="9525" cap="flat" cmpd="sng">
            <a:solidFill>
              <a:schemeClr val="dk1"/>
            </a:solidFill>
            <a:prstDash val="solid"/>
            <a:round/>
            <a:headEnd type="none" w="med" len="med"/>
            <a:tailEnd type="none" w="med" len="med"/>
          </a:ln>
        </p:spPr>
      </p:cxnSp>
      <p:cxnSp>
        <p:nvCxnSpPr>
          <p:cNvPr id="278" name="Google Shape;278;p38"/>
          <p:cNvCxnSpPr/>
          <p:nvPr/>
        </p:nvCxnSpPr>
        <p:spPr>
          <a:xfrm>
            <a:off x="6009375" y="3319865"/>
            <a:ext cx="2101800" cy="0"/>
          </a:xfrm>
          <a:prstGeom prst="straightConnector1">
            <a:avLst/>
          </a:prstGeom>
          <a:noFill/>
          <a:ln w="9525" cap="flat" cmpd="sng">
            <a:solidFill>
              <a:schemeClr val="dk1"/>
            </a:solidFill>
            <a:prstDash val="solid"/>
            <a:round/>
            <a:headEnd type="none" w="med" len="med"/>
            <a:tailEnd type="none" w="med" len="med"/>
          </a:ln>
        </p:spPr>
      </p:cxnSp>
      <p:sp>
        <p:nvSpPr>
          <p:cNvPr id="279" name="Google Shape;279;p38"/>
          <p:cNvSpPr/>
          <p:nvPr/>
        </p:nvSpPr>
        <p:spPr>
          <a:xfrm>
            <a:off x="4515418" y="0"/>
            <a:ext cx="9075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295" name="Google Shape;295;p38"/>
          <p:cNvGrpSpPr/>
          <p:nvPr/>
        </p:nvGrpSpPr>
        <p:grpSpPr>
          <a:xfrm>
            <a:off x="4770626" y="3846343"/>
            <a:ext cx="396969" cy="397270"/>
            <a:chOff x="2368747" y="4143935"/>
            <a:chExt cx="331914" cy="332110"/>
          </a:xfrm>
        </p:grpSpPr>
        <p:sp>
          <p:nvSpPr>
            <p:cNvPr id="296" name="Google Shape;296;p38"/>
            <p:cNvSpPr/>
            <p:nvPr/>
          </p:nvSpPr>
          <p:spPr>
            <a:xfrm>
              <a:off x="2388962" y="4359531"/>
              <a:ext cx="58410" cy="38924"/>
            </a:xfrm>
            <a:custGeom>
              <a:avLst/>
              <a:gdLst/>
              <a:ahLst/>
              <a:cxnLst/>
              <a:rect l="l" t="t" r="r" b="b"/>
              <a:pathLst>
                <a:path w="2485" h="1656" extrusionOk="0">
                  <a:moveTo>
                    <a:pt x="1" y="0"/>
                  </a:moveTo>
                  <a:lnTo>
                    <a:pt x="1" y="1656"/>
                  </a:lnTo>
                  <a:lnTo>
                    <a:pt x="2484" y="1656"/>
                  </a:lnTo>
                  <a:lnTo>
                    <a:pt x="24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 name="Google Shape;297;p38"/>
            <p:cNvSpPr/>
            <p:nvPr/>
          </p:nvSpPr>
          <p:spPr>
            <a:xfrm>
              <a:off x="2466437" y="4281586"/>
              <a:ext cx="58386" cy="38948"/>
            </a:xfrm>
            <a:custGeom>
              <a:avLst/>
              <a:gdLst/>
              <a:ahLst/>
              <a:cxnLst/>
              <a:rect l="l" t="t" r="r" b="b"/>
              <a:pathLst>
                <a:path w="2484" h="1657" extrusionOk="0">
                  <a:moveTo>
                    <a:pt x="1" y="1"/>
                  </a:moveTo>
                  <a:lnTo>
                    <a:pt x="1" y="1656"/>
                  </a:lnTo>
                  <a:lnTo>
                    <a:pt x="2484" y="1656"/>
                  </a:lnTo>
                  <a:lnTo>
                    <a:pt x="248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 name="Google Shape;298;p38"/>
            <p:cNvSpPr/>
            <p:nvPr/>
          </p:nvSpPr>
          <p:spPr>
            <a:xfrm>
              <a:off x="2544218" y="4318913"/>
              <a:ext cx="58386" cy="38924"/>
            </a:xfrm>
            <a:custGeom>
              <a:avLst/>
              <a:gdLst/>
              <a:ahLst/>
              <a:cxnLst/>
              <a:rect l="l" t="t" r="r" b="b"/>
              <a:pathLst>
                <a:path w="2484" h="1656" extrusionOk="0">
                  <a:moveTo>
                    <a:pt x="0" y="0"/>
                  </a:moveTo>
                  <a:lnTo>
                    <a:pt x="0" y="1656"/>
                  </a:lnTo>
                  <a:lnTo>
                    <a:pt x="2484" y="1656"/>
                  </a:lnTo>
                  <a:lnTo>
                    <a:pt x="24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 name="Google Shape;299;p38"/>
            <p:cNvSpPr/>
            <p:nvPr/>
          </p:nvSpPr>
          <p:spPr>
            <a:xfrm>
              <a:off x="2622046" y="4276461"/>
              <a:ext cx="58339" cy="38924"/>
            </a:xfrm>
            <a:custGeom>
              <a:avLst/>
              <a:gdLst/>
              <a:ahLst/>
              <a:cxnLst/>
              <a:rect l="l" t="t" r="r" b="b"/>
              <a:pathLst>
                <a:path w="2482" h="1656" extrusionOk="0">
                  <a:moveTo>
                    <a:pt x="1" y="0"/>
                  </a:moveTo>
                  <a:lnTo>
                    <a:pt x="1" y="1656"/>
                  </a:lnTo>
                  <a:lnTo>
                    <a:pt x="2482" y="1656"/>
                  </a:lnTo>
                  <a:lnTo>
                    <a:pt x="24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 name="Google Shape;300;p38"/>
            <p:cNvSpPr/>
            <p:nvPr/>
          </p:nvSpPr>
          <p:spPr>
            <a:xfrm>
              <a:off x="2368747" y="4334826"/>
              <a:ext cx="331914" cy="141218"/>
            </a:xfrm>
            <a:custGeom>
              <a:avLst/>
              <a:gdLst/>
              <a:ahLst/>
              <a:cxnLst/>
              <a:rect l="l" t="t" r="r" b="b"/>
              <a:pathLst>
                <a:path w="14121" h="6008" extrusionOk="0">
                  <a:moveTo>
                    <a:pt x="10777" y="1"/>
                  </a:moveTo>
                  <a:lnTo>
                    <a:pt x="10777" y="5179"/>
                  </a:lnTo>
                  <a:lnTo>
                    <a:pt x="9949" y="5179"/>
                  </a:lnTo>
                  <a:lnTo>
                    <a:pt x="9949" y="1806"/>
                  </a:lnTo>
                  <a:lnTo>
                    <a:pt x="7465" y="1806"/>
                  </a:lnTo>
                  <a:lnTo>
                    <a:pt x="7465" y="5179"/>
                  </a:lnTo>
                  <a:lnTo>
                    <a:pt x="6640" y="5179"/>
                  </a:lnTo>
                  <a:lnTo>
                    <a:pt x="6640" y="219"/>
                  </a:lnTo>
                  <a:lnTo>
                    <a:pt x="4157" y="219"/>
                  </a:lnTo>
                  <a:lnTo>
                    <a:pt x="4157" y="5179"/>
                  </a:lnTo>
                  <a:lnTo>
                    <a:pt x="3344" y="5179"/>
                  </a:lnTo>
                  <a:lnTo>
                    <a:pt x="3344" y="3535"/>
                  </a:lnTo>
                  <a:lnTo>
                    <a:pt x="861" y="3535"/>
                  </a:lnTo>
                  <a:lnTo>
                    <a:pt x="861" y="5179"/>
                  </a:lnTo>
                  <a:lnTo>
                    <a:pt x="0" y="5179"/>
                  </a:lnTo>
                  <a:lnTo>
                    <a:pt x="0" y="6007"/>
                  </a:lnTo>
                  <a:lnTo>
                    <a:pt x="14121" y="6007"/>
                  </a:lnTo>
                  <a:lnTo>
                    <a:pt x="14121" y="5179"/>
                  </a:lnTo>
                  <a:lnTo>
                    <a:pt x="13258" y="5179"/>
                  </a:lnTo>
                  <a:lnTo>
                    <a:pt x="132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 name="Google Shape;301;p38"/>
            <p:cNvSpPr/>
            <p:nvPr/>
          </p:nvSpPr>
          <p:spPr>
            <a:xfrm>
              <a:off x="2368794" y="4143935"/>
              <a:ext cx="331867" cy="183504"/>
            </a:xfrm>
            <a:custGeom>
              <a:avLst/>
              <a:gdLst/>
              <a:ahLst/>
              <a:cxnLst/>
              <a:rect l="l" t="t" r="r" b="b"/>
              <a:pathLst>
                <a:path w="14119" h="7807" extrusionOk="0">
                  <a:moveTo>
                    <a:pt x="11642" y="1"/>
                  </a:moveTo>
                  <a:lnTo>
                    <a:pt x="11642" y="829"/>
                  </a:lnTo>
                  <a:lnTo>
                    <a:pt x="12706" y="829"/>
                  </a:lnTo>
                  <a:lnTo>
                    <a:pt x="8894" y="4643"/>
                  </a:lnTo>
                  <a:lnTo>
                    <a:pt x="5735" y="1482"/>
                  </a:lnTo>
                  <a:lnTo>
                    <a:pt x="0" y="7219"/>
                  </a:lnTo>
                  <a:lnTo>
                    <a:pt x="587" y="7806"/>
                  </a:lnTo>
                  <a:lnTo>
                    <a:pt x="5735" y="2654"/>
                  </a:lnTo>
                  <a:lnTo>
                    <a:pt x="8894" y="5813"/>
                  </a:lnTo>
                  <a:lnTo>
                    <a:pt x="13291" y="1413"/>
                  </a:lnTo>
                  <a:lnTo>
                    <a:pt x="13291" y="2482"/>
                  </a:lnTo>
                  <a:lnTo>
                    <a:pt x="14119" y="2482"/>
                  </a:lnTo>
                  <a:lnTo>
                    <a:pt x="141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606" name="Google Shape;606;p49"/>
          <p:cNvSpPr txBox="1"/>
          <p:nvPr/>
        </p:nvSpPr>
        <p:spPr>
          <a:xfrm>
            <a:off x="494665" y="946785"/>
            <a:ext cx="3606165" cy="293306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1pPr>
            <a:lvl2pPr marL="914400" marR="0" lvl="1"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2pPr>
            <a:lvl3pPr marL="1371600" marR="0" lvl="2"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3pPr>
            <a:lvl4pPr marL="1828800" marR="0" lvl="3"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4pPr>
            <a:lvl5pPr marL="2286000" marR="0" lvl="4"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5pPr>
            <a:lvl6pPr marL="2743200" marR="0" lvl="5"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6pPr>
            <a:lvl7pPr marL="3200400" marR="0" lvl="6"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7pPr>
            <a:lvl8pPr marL="3657600" marR="0" lvl="7"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8pPr>
            <a:lvl9pPr marL="4114800" marR="0" lvl="8" indent="-330200" algn="l" rtl="0">
              <a:lnSpc>
                <a:spcPct val="100000"/>
              </a:lnSpc>
              <a:spcBef>
                <a:spcPts val="0"/>
              </a:spcBef>
              <a:spcAft>
                <a:spcPts val="0"/>
              </a:spcAft>
              <a:buClr>
                <a:schemeClr val="dk1"/>
              </a:buClr>
              <a:buSzPts val="1600"/>
              <a:buFont typeface="Exo"/>
              <a:buNone/>
              <a:defRPr sz="1800" b="0" i="0" u="none" strike="noStrike" cap="none">
                <a:solidFill>
                  <a:schemeClr val="dk1"/>
                </a:solidFill>
                <a:latin typeface="Exo"/>
                <a:ea typeface="Exo"/>
                <a:cs typeface="Exo"/>
                <a:sym typeface="Exo"/>
              </a:defRPr>
            </a:lvl9pPr>
          </a:lstStyle>
          <a:p>
            <a:pPr marL="0" lvl="0" indent="0" algn="just" rtl="0">
              <a:spcBef>
                <a:spcPts val="0"/>
              </a:spcBef>
              <a:spcAft>
                <a:spcPts val="0"/>
              </a:spcAft>
              <a:buNone/>
            </a:pPr>
            <a:r>
              <a:rPr lang="en-GB"/>
              <a:t>Customer behaviour analysis focuses on understanding the type of customers; what do they like, what do they not like, what their pattern of interaction with the items is, customer value, etc. If we manage to model these aspects of a customer, we can anticipate their future needs.</a:t>
            </a:r>
            <a:endParaRPr lang="en-GB"/>
          </a:p>
          <a:p>
            <a:pPr marL="0" lvl="0" indent="0" algn="l" rtl="0">
              <a:spcBef>
                <a:spcPts val="0"/>
              </a:spcBef>
              <a:spcAft>
                <a:spcPts val="0"/>
              </a:spcAft>
              <a:buNone/>
            </a:pPr>
            <a:endParaRPr lang="en-GB"/>
          </a:p>
          <a:p>
            <a:pPr marL="0" lvl="0" indent="0" algn="l" rtl="0">
              <a:spcBef>
                <a:spcPts val="0"/>
              </a:spcBef>
              <a:spcAft>
                <a:spcPts val="0"/>
              </a:spcAft>
              <a:buNone/>
            </a:pPr>
            <a:endParaRPr lang="en-GB"/>
          </a:p>
          <a:p>
            <a:pPr marL="0" lvl="0" indent="0" algn="l" rtl="0">
              <a:spcBef>
                <a:spcPts val="0"/>
              </a:spcBef>
              <a:spcAft>
                <a:spcPts val="0"/>
              </a:spcAft>
              <a:buNone/>
            </a:pPr>
            <a:endParaRPr lang="en-GB"/>
          </a:p>
        </p:txBody>
      </p:sp>
      <p:sp>
        <p:nvSpPr>
          <p:cNvPr id="1247" name="Google Shape;1247;p81"/>
          <p:cNvSpPr txBox="1"/>
          <p:nvPr/>
        </p:nvSpPr>
        <p:spPr>
          <a:xfrm>
            <a:off x="467995" y="3879850"/>
            <a:ext cx="3659505" cy="81788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1pPr>
            <a:lvl2pPr marL="914400" marR="0" lvl="1"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2pPr>
            <a:lvl3pPr marL="1371600" marR="0" lvl="2"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3pPr>
            <a:lvl4pPr marL="1828800" marR="0" lvl="3"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4pPr>
            <a:lvl5pPr marL="2286000" marR="0" lvl="4"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5pPr>
            <a:lvl6pPr marL="2743200" marR="0" lvl="5"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6pPr>
            <a:lvl7pPr marL="3200400" marR="0" lvl="6"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7pPr>
            <a:lvl8pPr marL="3657600" marR="0" lvl="7"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8pPr>
            <a:lvl9pPr marL="4114800" marR="0" lvl="8"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9pPr>
          </a:lstStyle>
          <a:p>
            <a:pPr marL="0" lvl="0" indent="0" algn="l" rtl="0">
              <a:spcBef>
                <a:spcPts val="0"/>
              </a:spcBef>
              <a:spcAft>
                <a:spcPts val="0"/>
              </a:spcAft>
              <a:buNone/>
            </a:pPr>
            <a:r>
              <a:rPr lang="en-GB" b="1">
                <a:solidFill>
                  <a:schemeClr val="accent1"/>
                </a:solidFill>
              </a:rPr>
              <a:t>The main benefits coming from customer behaviour analysis system are:</a:t>
            </a:r>
            <a:endParaRPr lang="en-GB" b="1">
              <a:solidFill>
                <a:schemeClr val="accent1"/>
              </a:solidFill>
            </a:endParaRPr>
          </a:p>
          <a:p>
            <a:pPr marL="0" lvl="0" indent="0" algn="l" rtl="0">
              <a:spcBef>
                <a:spcPts val="0"/>
              </a:spcBef>
              <a:spcAft>
                <a:spcPts val="0"/>
              </a:spcAft>
              <a:buNone/>
            </a:pPr>
            <a:endParaRPr lang="en-GB" b="1">
              <a:solidFill>
                <a:schemeClr val="accent1"/>
              </a:solidFill>
            </a:endParaRPr>
          </a:p>
          <a:p>
            <a:pPr marL="0" lvl="0" indent="0" algn="l" rtl="0">
              <a:spcBef>
                <a:spcPts val="0"/>
              </a:spcBef>
              <a:spcAft>
                <a:spcPts val="0"/>
              </a:spcAft>
              <a:buNone/>
            </a:pPr>
            <a:endParaRPr sz="1200"/>
          </a:p>
        </p:txBody>
      </p:sp>
      <p:grpSp>
        <p:nvGrpSpPr>
          <p:cNvPr id="8" name="Google Shape;6435;p95"/>
          <p:cNvGrpSpPr/>
          <p:nvPr/>
        </p:nvGrpSpPr>
        <p:grpSpPr>
          <a:xfrm rot="0">
            <a:off x="4756511" y="964633"/>
            <a:ext cx="342580" cy="337915"/>
            <a:chOff x="2084100" y="4400250"/>
            <a:chExt cx="486550" cy="479925"/>
          </a:xfrm>
          <a:solidFill>
            <a:schemeClr val="bg1"/>
          </a:solidFill>
        </p:grpSpPr>
        <p:sp>
          <p:nvSpPr>
            <p:cNvPr id="2" name="Google Shape;6436;p95"/>
            <p:cNvSpPr/>
            <p:nvPr/>
          </p:nvSpPr>
          <p:spPr>
            <a:xfrm>
              <a:off x="2084100" y="4652250"/>
              <a:ext cx="105325" cy="90050"/>
            </a:xfrm>
            <a:custGeom>
              <a:avLst/>
              <a:gdLst/>
              <a:ahLst/>
              <a:cxnLst/>
              <a:rect l="l" t="t" r="r" b="b"/>
              <a:pathLst>
                <a:path w="4213" h="3602" extrusionOk="0">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 name="Google Shape;6437;p95"/>
            <p:cNvSpPr/>
            <p:nvPr/>
          </p:nvSpPr>
          <p:spPr>
            <a:xfrm>
              <a:off x="2372575" y="4644175"/>
              <a:ext cx="175875" cy="226275"/>
            </a:xfrm>
            <a:custGeom>
              <a:avLst/>
              <a:gdLst/>
              <a:ahLst/>
              <a:cxnLst/>
              <a:rect l="l" t="t" r="r" b="b"/>
              <a:pathLst>
                <a:path w="7035" h="9051" extrusionOk="0">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 name="Google Shape;6438;p95"/>
            <p:cNvSpPr/>
            <p:nvPr/>
          </p:nvSpPr>
          <p:spPr>
            <a:xfrm>
              <a:off x="2093950" y="4419400"/>
              <a:ext cx="228500" cy="174750"/>
            </a:xfrm>
            <a:custGeom>
              <a:avLst/>
              <a:gdLst/>
              <a:ahLst/>
              <a:cxnLst/>
              <a:rect l="l" t="t" r="r" b="b"/>
              <a:pathLst>
                <a:path w="9140" h="6990" extrusionOk="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 name="Google Shape;6439;p95"/>
            <p:cNvSpPr/>
            <p:nvPr/>
          </p:nvSpPr>
          <p:spPr>
            <a:xfrm>
              <a:off x="2224425" y="4777500"/>
              <a:ext cx="90425" cy="102675"/>
            </a:xfrm>
            <a:custGeom>
              <a:avLst/>
              <a:gdLst/>
              <a:ahLst/>
              <a:cxnLst/>
              <a:rect l="l" t="t" r="r" b="b"/>
              <a:pathLst>
                <a:path w="3617" h="4107" extrusionOk="0">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 name="Google Shape;6440;p95"/>
            <p:cNvSpPr/>
            <p:nvPr/>
          </p:nvSpPr>
          <p:spPr>
            <a:xfrm>
              <a:off x="2454100" y="4400250"/>
              <a:ext cx="116550" cy="107300"/>
            </a:xfrm>
            <a:custGeom>
              <a:avLst/>
              <a:gdLst/>
              <a:ahLst/>
              <a:cxnLst/>
              <a:rect l="l" t="t" r="r" b="b"/>
              <a:pathLst>
                <a:path w="4662" h="4292" extrusionOk="0">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 name="Google Shape;6441;p95"/>
            <p:cNvSpPr/>
            <p:nvPr/>
          </p:nvSpPr>
          <p:spPr>
            <a:xfrm>
              <a:off x="2152975" y="4431500"/>
              <a:ext cx="381925" cy="377725"/>
            </a:xfrm>
            <a:custGeom>
              <a:avLst/>
              <a:gdLst/>
              <a:ahLst/>
              <a:cxnLst/>
              <a:rect l="l" t="t" r="r" b="b"/>
              <a:pathLst>
                <a:path w="15277" h="15109" extrusionOk="0">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683" name="Google Shape;7683;p98"/>
          <p:cNvGrpSpPr/>
          <p:nvPr/>
        </p:nvGrpSpPr>
        <p:grpSpPr>
          <a:xfrm>
            <a:off x="4797205" y="2445727"/>
            <a:ext cx="358099" cy="358999"/>
            <a:chOff x="-57959425" y="3982600"/>
            <a:chExt cx="318225" cy="319025"/>
          </a:xfrm>
          <a:solidFill>
            <a:schemeClr val="bg1"/>
          </a:solidFill>
        </p:grpSpPr>
        <p:sp>
          <p:nvSpPr>
            <p:cNvPr id="7684" name="Google Shape;7684;p98"/>
            <p:cNvSpPr/>
            <p:nvPr/>
          </p:nvSpPr>
          <p:spPr>
            <a:xfrm>
              <a:off x="-57771975" y="4150375"/>
              <a:ext cx="17350" cy="18125"/>
            </a:xfrm>
            <a:custGeom>
              <a:avLst/>
              <a:gdLst/>
              <a:ahLst/>
              <a:cxnLst/>
              <a:rect l="l" t="t" r="r" b="b"/>
              <a:pathLst>
                <a:path w="694" h="725" extrusionOk="0">
                  <a:moveTo>
                    <a:pt x="347" y="0"/>
                  </a:moveTo>
                  <a:cubicBezTo>
                    <a:pt x="158" y="0"/>
                    <a:pt x="1" y="189"/>
                    <a:pt x="1" y="378"/>
                  </a:cubicBezTo>
                  <a:cubicBezTo>
                    <a:pt x="1" y="567"/>
                    <a:pt x="158" y="725"/>
                    <a:pt x="347" y="725"/>
                  </a:cubicBezTo>
                  <a:cubicBezTo>
                    <a:pt x="536" y="725"/>
                    <a:pt x="694" y="567"/>
                    <a:pt x="694" y="378"/>
                  </a:cubicBezTo>
                  <a:cubicBezTo>
                    <a:pt x="694" y="189"/>
                    <a:pt x="536" y="0"/>
                    <a:pt x="347" y="0"/>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685" name="Google Shape;7685;p98"/>
            <p:cNvSpPr/>
            <p:nvPr/>
          </p:nvSpPr>
          <p:spPr>
            <a:xfrm>
              <a:off x="-57959425" y="3982600"/>
              <a:ext cx="318225" cy="130775"/>
            </a:xfrm>
            <a:custGeom>
              <a:avLst/>
              <a:gdLst/>
              <a:ahLst/>
              <a:cxnLst/>
              <a:rect l="l" t="t" r="r" b="b"/>
              <a:pathLst>
                <a:path w="12729" h="5231" extrusionOk="0">
                  <a:moveTo>
                    <a:pt x="7081" y="1521"/>
                  </a:moveTo>
                  <a:cubicBezTo>
                    <a:pt x="7176" y="1521"/>
                    <a:pt x="7262" y="1560"/>
                    <a:pt x="7310" y="1639"/>
                  </a:cubicBezTo>
                  <a:cubicBezTo>
                    <a:pt x="7436" y="1796"/>
                    <a:pt x="7467" y="2048"/>
                    <a:pt x="7310" y="2174"/>
                  </a:cubicBezTo>
                  <a:lnTo>
                    <a:pt x="6837" y="2647"/>
                  </a:lnTo>
                  <a:lnTo>
                    <a:pt x="7310" y="3120"/>
                  </a:lnTo>
                  <a:cubicBezTo>
                    <a:pt x="7467" y="3246"/>
                    <a:pt x="7467" y="3498"/>
                    <a:pt x="7310" y="3624"/>
                  </a:cubicBezTo>
                  <a:cubicBezTo>
                    <a:pt x="7231" y="3702"/>
                    <a:pt x="7136" y="3742"/>
                    <a:pt x="7046" y="3742"/>
                  </a:cubicBezTo>
                  <a:cubicBezTo>
                    <a:pt x="6955" y="3742"/>
                    <a:pt x="6869" y="3702"/>
                    <a:pt x="6806" y="3624"/>
                  </a:cubicBezTo>
                  <a:lnTo>
                    <a:pt x="6333" y="3151"/>
                  </a:lnTo>
                  <a:lnTo>
                    <a:pt x="5860" y="3624"/>
                  </a:lnTo>
                  <a:cubicBezTo>
                    <a:pt x="5782" y="3702"/>
                    <a:pt x="5687" y="3742"/>
                    <a:pt x="5597" y="3742"/>
                  </a:cubicBezTo>
                  <a:cubicBezTo>
                    <a:pt x="5506" y="3742"/>
                    <a:pt x="5419" y="3702"/>
                    <a:pt x="5356" y="3624"/>
                  </a:cubicBezTo>
                  <a:cubicBezTo>
                    <a:pt x="5199" y="3466"/>
                    <a:pt x="5199" y="3214"/>
                    <a:pt x="5356" y="3120"/>
                  </a:cubicBezTo>
                  <a:lnTo>
                    <a:pt x="5829" y="2647"/>
                  </a:lnTo>
                  <a:lnTo>
                    <a:pt x="5356" y="2174"/>
                  </a:lnTo>
                  <a:cubicBezTo>
                    <a:pt x="5199" y="2017"/>
                    <a:pt x="5199" y="1765"/>
                    <a:pt x="5356" y="1639"/>
                  </a:cubicBezTo>
                  <a:cubicBezTo>
                    <a:pt x="5435" y="1560"/>
                    <a:pt x="5530" y="1521"/>
                    <a:pt x="5620" y="1521"/>
                  </a:cubicBezTo>
                  <a:cubicBezTo>
                    <a:pt x="5711" y="1521"/>
                    <a:pt x="5797" y="1560"/>
                    <a:pt x="5860" y="1639"/>
                  </a:cubicBezTo>
                  <a:lnTo>
                    <a:pt x="6333" y="2111"/>
                  </a:lnTo>
                  <a:lnTo>
                    <a:pt x="6806" y="1639"/>
                  </a:lnTo>
                  <a:cubicBezTo>
                    <a:pt x="6884" y="1560"/>
                    <a:pt x="6987" y="1521"/>
                    <a:pt x="7081" y="1521"/>
                  </a:cubicBezTo>
                  <a:close/>
                  <a:moveTo>
                    <a:pt x="6333" y="1"/>
                  </a:moveTo>
                  <a:cubicBezTo>
                    <a:pt x="5388" y="1"/>
                    <a:pt x="4506" y="379"/>
                    <a:pt x="3907" y="1072"/>
                  </a:cubicBezTo>
                  <a:cubicBezTo>
                    <a:pt x="3389" y="1628"/>
                    <a:pt x="2673" y="1927"/>
                    <a:pt x="1944" y="1927"/>
                  </a:cubicBezTo>
                  <a:cubicBezTo>
                    <a:pt x="1474" y="1927"/>
                    <a:pt x="999" y="1803"/>
                    <a:pt x="568" y="1544"/>
                  </a:cubicBezTo>
                  <a:cubicBezTo>
                    <a:pt x="505" y="1505"/>
                    <a:pt x="438" y="1487"/>
                    <a:pt x="373" y="1487"/>
                  </a:cubicBezTo>
                  <a:cubicBezTo>
                    <a:pt x="178" y="1487"/>
                    <a:pt x="1" y="1647"/>
                    <a:pt x="1" y="1859"/>
                  </a:cubicBezTo>
                  <a:lnTo>
                    <a:pt x="1" y="2426"/>
                  </a:lnTo>
                  <a:cubicBezTo>
                    <a:pt x="1" y="3970"/>
                    <a:pt x="1261" y="5230"/>
                    <a:pt x="2804" y="5230"/>
                  </a:cubicBezTo>
                  <a:cubicBezTo>
                    <a:pt x="3624" y="5230"/>
                    <a:pt x="4096" y="4915"/>
                    <a:pt x="4884" y="4537"/>
                  </a:cubicBezTo>
                  <a:cubicBezTo>
                    <a:pt x="4915" y="4474"/>
                    <a:pt x="5010" y="4474"/>
                    <a:pt x="5041" y="4474"/>
                  </a:cubicBezTo>
                  <a:lnTo>
                    <a:pt x="7688" y="4474"/>
                  </a:lnTo>
                  <a:cubicBezTo>
                    <a:pt x="7719" y="4474"/>
                    <a:pt x="7782" y="4474"/>
                    <a:pt x="7845" y="4537"/>
                  </a:cubicBezTo>
                  <a:cubicBezTo>
                    <a:pt x="8664" y="4915"/>
                    <a:pt x="9105" y="5230"/>
                    <a:pt x="9925" y="5230"/>
                  </a:cubicBezTo>
                  <a:cubicBezTo>
                    <a:pt x="11468" y="5230"/>
                    <a:pt x="12729" y="3970"/>
                    <a:pt x="12729" y="2426"/>
                  </a:cubicBezTo>
                  <a:lnTo>
                    <a:pt x="12729" y="1891"/>
                  </a:lnTo>
                  <a:cubicBezTo>
                    <a:pt x="12729" y="1698"/>
                    <a:pt x="12543" y="1523"/>
                    <a:pt x="12329" y="1523"/>
                  </a:cubicBezTo>
                  <a:cubicBezTo>
                    <a:pt x="12264" y="1523"/>
                    <a:pt x="12196" y="1539"/>
                    <a:pt x="12130" y="1576"/>
                  </a:cubicBezTo>
                  <a:cubicBezTo>
                    <a:pt x="11708" y="1824"/>
                    <a:pt x="11233" y="1945"/>
                    <a:pt x="10762" y="1945"/>
                  </a:cubicBezTo>
                  <a:cubicBezTo>
                    <a:pt x="10036" y="1945"/>
                    <a:pt x="9319" y="1657"/>
                    <a:pt x="8822" y="1103"/>
                  </a:cubicBezTo>
                  <a:cubicBezTo>
                    <a:pt x="8192" y="442"/>
                    <a:pt x="7310" y="1"/>
                    <a:pt x="6333" y="1"/>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686" name="Google Shape;7686;p98"/>
            <p:cNvSpPr/>
            <p:nvPr/>
          </p:nvSpPr>
          <p:spPr>
            <a:xfrm>
              <a:off x="-57903500" y="4125950"/>
              <a:ext cx="204800" cy="175675"/>
            </a:xfrm>
            <a:custGeom>
              <a:avLst/>
              <a:gdLst/>
              <a:ahLst/>
              <a:cxnLst/>
              <a:rect l="l" t="t" r="r" b="b"/>
              <a:pathLst>
                <a:path w="8192" h="7027" extrusionOk="0">
                  <a:moveTo>
                    <a:pt x="2615" y="1009"/>
                  </a:moveTo>
                  <a:cubicBezTo>
                    <a:pt x="2804" y="1009"/>
                    <a:pt x="2962" y="1166"/>
                    <a:pt x="2962" y="1355"/>
                  </a:cubicBezTo>
                  <a:cubicBezTo>
                    <a:pt x="2962" y="1544"/>
                    <a:pt x="2804" y="1702"/>
                    <a:pt x="2615" y="1702"/>
                  </a:cubicBezTo>
                  <a:cubicBezTo>
                    <a:pt x="2395" y="1702"/>
                    <a:pt x="2237" y="1576"/>
                    <a:pt x="2237" y="1355"/>
                  </a:cubicBezTo>
                  <a:cubicBezTo>
                    <a:pt x="2237" y="1166"/>
                    <a:pt x="2395" y="1009"/>
                    <a:pt x="2615" y="1009"/>
                  </a:cubicBezTo>
                  <a:close/>
                  <a:moveTo>
                    <a:pt x="5163" y="3600"/>
                  </a:moveTo>
                  <a:cubicBezTo>
                    <a:pt x="5262" y="3600"/>
                    <a:pt x="5356" y="3639"/>
                    <a:pt x="5419" y="3718"/>
                  </a:cubicBezTo>
                  <a:cubicBezTo>
                    <a:pt x="5608" y="3844"/>
                    <a:pt x="5608" y="4065"/>
                    <a:pt x="5451" y="4222"/>
                  </a:cubicBezTo>
                  <a:cubicBezTo>
                    <a:pt x="5073" y="4569"/>
                    <a:pt x="4600" y="4789"/>
                    <a:pt x="4096" y="4789"/>
                  </a:cubicBezTo>
                  <a:cubicBezTo>
                    <a:pt x="3592" y="4789"/>
                    <a:pt x="3119" y="4569"/>
                    <a:pt x="2804" y="4222"/>
                  </a:cubicBezTo>
                  <a:cubicBezTo>
                    <a:pt x="2647" y="4065"/>
                    <a:pt x="2647" y="3844"/>
                    <a:pt x="2804" y="3718"/>
                  </a:cubicBezTo>
                  <a:cubicBezTo>
                    <a:pt x="2883" y="3639"/>
                    <a:pt x="2978" y="3600"/>
                    <a:pt x="3068" y="3600"/>
                  </a:cubicBezTo>
                  <a:cubicBezTo>
                    <a:pt x="3159" y="3600"/>
                    <a:pt x="3245" y="3639"/>
                    <a:pt x="3308" y="3718"/>
                  </a:cubicBezTo>
                  <a:cubicBezTo>
                    <a:pt x="3529" y="3939"/>
                    <a:pt x="3812" y="4049"/>
                    <a:pt x="4096" y="4049"/>
                  </a:cubicBezTo>
                  <a:cubicBezTo>
                    <a:pt x="4380" y="4049"/>
                    <a:pt x="4663" y="3939"/>
                    <a:pt x="4884" y="3718"/>
                  </a:cubicBezTo>
                  <a:cubicBezTo>
                    <a:pt x="4962" y="3639"/>
                    <a:pt x="5065" y="3600"/>
                    <a:pt x="5163" y="3600"/>
                  </a:cubicBezTo>
                  <a:close/>
                  <a:moveTo>
                    <a:pt x="1828" y="0"/>
                  </a:moveTo>
                  <a:cubicBezTo>
                    <a:pt x="1418" y="158"/>
                    <a:pt x="977" y="253"/>
                    <a:pt x="567" y="253"/>
                  </a:cubicBezTo>
                  <a:cubicBezTo>
                    <a:pt x="347" y="253"/>
                    <a:pt x="221" y="221"/>
                    <a:pt x="0" y="221"/>
                  </a:cubicBezTo>
                  <a:lnTo>
                    <a:pt x="0" y="2899"/>
                  </a:lnTo>
                  <a:cubicBezTo>
                    <a:pt x="0" y="5136"/>
                    <a:pt x="1859" y="7026"/>
                    <a:pt x="4096" y="7026"/>
                  </a:cubicBezTo>
                  <a:cubicBezTo>
                    <a:pt x="6270" y="7026"/>
                    <a:pt x="8097" y="5262"/>
                    <a:pt x="8192" y="3119"/>
                  </a:cubicBezTo>
                  <a:lnTo>
                    <a:pt x="6333" y="2206"/>
                  </a:lnTo>
                  <a:cubicBezTo>
                    <a:pt x="6144" y="2363"/>
                    <a:pt x="5860" y="2489"/>
                    <a:pt x="5608" y="2489"/>
                  </a:cubicBezTo>
                  <a:cubicBezTo>
                    <a:pt x="4978" y="2489"/>
                    <a:pt x="4474" y="1985"/>
                    <a:pt x="4506" y="1324"/>
                  </a:cubicBezTo>
                  <a:lnTo>
                    <a:pt x="1828" y="0"/>
                  </a:ln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7687" name="Google Shape;7687;p98"/>
            <p:cNvSpPr/>
            <p:nvPr/>
          </p:nvSpPr>
          <p:spPr>
            <a:xfrm>
              <a:off x="-57835775" y="4113350"/>
              <a:ext cx="138650" cy="70125"/>
            </a:xfrm>
            <a:custGeom>
              <a:avLst/>
              <a:gdLst/>
              <a:ahLst/>
              <a:cxnLst/>
              <a:rect l="l" t="t" r="r" b="b"/>
              <a:pathLst>
                <a:path w="5546" h="2805" extrusionOk="0">
                  <a:moveTo>
                    <a:pt x="221" y="0"/>
                  </a:moveTo>
                  <a:lnTo>
                    <a:pt x="1" y="95"/>
                  </a:lnTo>
                  <a:lnTo>
                    <a:pt x="2112" y="1103"/>
                  </a:lnTo>
                  <a:cubicBezTo>
                    <a:pt x="2301" y="883"/>
                    <a:pt x="2616" y="757"/>
                    <a:pt x="2931" y="757"/>
                  </a:cubicBezTo>
                  <a:cubicBezTo>
                    <a:pt x="3592" y="757"/>
                    <a:pt x="4159" y="1355"/>
                    <a:pt x="4033" y="2048"/>
                  </a:cubicBezTo>
                  <a:lnTo>
                    <a:pt x="5546" y="2804"/>
                  </a:lnTo>
                  <a:lnTo>
                    <a:pt x="5546" y="725"/>
                  </a:lnTo>
                  <a:cubicBezTo>
                    <a:pt x="5325" y="725"/>
                    <a:pt x="5136" y="757"/>
                    <a:pt x="4979" y="757"/>
                  </a:cubicBezTo>
                  <a:cubicBezTo>
                    <a:pt x="4033" y="757"/>
                    <a:pt x="3435" y="410"/>
                    <a:pt x="2647" y="0"/>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618" name="Shape 618"/>
        <p:cNvGrpSpPr/>
        <p:nvPr/>
      </p:nvGrpSpPr>
      <p:grpSpPr>
        <a:xfrm>
          <a:off x="0" y="0"/>
          <a:ext cx="0" cy="0"/>
          <a:chOff x="0" y="0"/>
          <a:chExt cx="0" cy="0"/>
        </a:xfrm>
      </p:grpSpPr>
      <p:sp>
        <p:nvSpPr>
          <p:cNvPr id="620" name="Google Shape;620;p51"/>
          <p:cNvSpPr txBox="1"/>
          <p:nvPr>
            <p:ph type="subTitle" idx="1"/>
          </p:nvPr>
        </p:nvSpPr>
        <p:spPr>
          <a:xfrm>
            <a:off x="257175" y="987425"/>
            <a:ext cx="8629650" cy="291211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panose="020B0604020202020204"/>
              <a:buNone/>
            </a:pPr>
            <a:r>
              <a:rPr lang="en-GB" sz="2000">
                <a:latin typeface="Bahnschrift SemiLight" panose="020B0502040204020203" charset="0"/>
                <a:cs typeface="Bahnschrift SemiLight" panose="020B0502040204020203" charset="0"/>
              </a:rPr>
              <a:t>According to McKinsey, 35% of all Amazon purchases, and 70% of Netflix purchases, are driven by their recommendation systems, and the start of using recommendations significantly boosted their sales.Furthermore, during COVID-19 pandemic, many retailers went online, digitalised their businesses, and changed their business culture to adapt to the new and everchanging circumstances. According to reports, in 2020 the growth of ecommerce sales in US alone was more than 30%This provides a huge amount of online data for potential exploration, and use in building machine learning systems.</a:t>
            </a:r>
            <a:endParaRPr lang="en-GB" sz="2000">
              <a:latin typeface="Bahnschrift SemiLight" panose="020B0502040204020203" charset="0"/>
              <a:cs typeface="Bahnschrift SemiLight" panose="020B0502040204020203"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48" name="Shape 248"/>
        <p:cNvGrpSpPr/>
        <p:nvPr/>
      </p:nvGrpSpPr>
      <p:grpSpPr>
        <a:xfrm>
          <a:off x="0" y="0"/>
          <a:ext cx="0" cy="0"/>
          <a:chOff x="0" y="0"/>
          <a:chExt cx="0" cy="0"/>
        </a:xfrm>
      </p:grpSpPr>
      <p:sp>
        <p:nvSpPr>
          <p:cNvPr id="250" name="Google Shape;250;p36"/>
          <p:cNvSpPr txBox="1"/>
          <p:nvPr>
            <p:ph type="title"/>
          </p:nvPr>
        </p:nvSpPr>
        <p:spPr>
          <a:xfrm>
            <a:off x="2512800" y="1717859"/>
            <a:ext cx="4118400" cy="1880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P</a:t>
            </a:r>
            <a:r>
              <a:rPr lang="en-US" altLang="en-GB"/>
              <a:t>ROPOSED </a:t>
            </a:r>
            <a:r>
              <a:rPr lang="en-US" altLang="en-GB">
                <a:solidFill>
                  <a:schemeClr val="accent1"/>
                </a:solidFill>
              </a:rPr>
              <a:t>SYSTEM</a:t>
            </a:r>
            <a:r>
              <a:rPr lang="en-GB">
                <a:solidFill>
                  <a:schemeClr val="accent1"/>
                </a:solidFill>
              </a:rPr>
              <a:t> </a:t>
            </a:r>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11" name="Shape 611"/>
        <p:cNvGrpSpPr/>
        <p:nvPr/>
      </p:nvGrpSpPr>
      <p:grpSpPr>
        <a:xfrm>
          <a:off x="0" y="0"/>
          <a:ext cx="0" cy="0"/>
          <a:chOff x="0" y="0"/>
          <a:chExt cx="0" cy="0"/>
        </a:xfrm>
      </p:grpSpPr>
      <p:sp>
        <p:nvSpPr>
          <p:cNvPr id="612" name="Google Shape;612;p50"/>
          <p:cNvSpPr/>
          <p:nvPr/>
        </p:nvSpPr>
        <p:spPr>
          <a:xfrm>
            <a:off x="-220" y="628785"/>
            <a:ext cx="9144000" cy="599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3" name="Google Shape;613;p50"/>
          <p:cNvSpPr txBox="1"/>
          <p:nvPr>
            <p:ph type="body" idx="1"/>
          </p:nvPr>
        </p:nvSpPr>
        <p:spPr>
          <a:xfrm>
            <a:off x="755015" y="1347470"/>
            <a:ext cx="8149590" cy="1980565"/>
          </a:xfrm>
          <a:prstGeom prst="rect">
            <a:avLst/>
          </a:prstGeom>
        </p:spPr>
        <p:txBody>
          <a:bodyPr spcFirstLastPara="1" wrap="square" lIns="91425" tIns="91425" rIns="91425" bIns="91425" anchor="ctr" anchorCtr="0">
            <a:noAutofit/>
          </a:bodyPr>
          <a:lstStyle/>
          <a:p>
            <a:pPr marL="0" lvl="0" indent="0" algn="just" rtl="0">
              <a:spcBef>
                <a:spcPts val="0"/>
              </a:spcBef>
              <a:spcAft>
                <a:spcPts val="0"/>
              </a:spcAft>
              <a:buNone/>
            </a:pPr>
            <a:r>
              <a:rPr lang="en-GB" sz="1600"/>
              <a:t>To achieve these results, we have</a:t>
            </a:r>
            <a:r>
              <a:rPr lang="en-US" altLang="en-GB" sz="1600"/>
              <a:t> to</a:t>
            </a:r>
            <a:r>
              <a:rPr lang="en-GB" sz="1600"/>
              <a:t> set-up the infrastructure and pipeline for data analysis and modelling with machine-learning algorithms. Briefly, the pipeline is composed of an input module that connects to a data source, and sends the data into data analysis, and human behaviour modelling module. In this module, data transformations, such as cleaning and pre-processing, are done, and data segmentation and recommendation models are</a:t>
            </a:r>
            <a:r>
              <a:rPr lang="en-US" altLang="en-GB" sz="1600"/>
              <a:t> to be</a:t>
            </a:r>
            <a:r>
              <a:rPr lang="en-GB" sz="1600"/>
              <a:t> built. </a:t>
            </a:r>
            <a:endParaRPr lang="en-GB" sz="1600"/>
          </a:p>
        </p:txBody>
      </p:sp>
      <p:sp>
        <p:nvSpPr>
          <p:cNvPr id="614" name="Google Shape;614;p50"/>
          <p:cNvSpPr txBox="1"/>
          <p:nvPr>
            <p:ph type="subTitle" idx="2"/>
          </p:nvPr>
        </p:nvSpPr>
        <p:spPr>
          <a:xfrm>
            <a:off x="2793150" y="722596"/>
            <a:ext cx="3557700" cy="41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How it works? </a:t>
            </a:r>
            <a:endParaRPr lang="en-GB"/>
          </a:p>
        </p:txBody>
      </p:sp>
      <p:pic>
        <p:nvPicPr>
          <p:cNvPr id="2" name="Picture 1" descr="Figure_2_Recommendation_system_BE-terna"/>
          <p:cNvPicPr>
            <a:picLocks noChangeAspect="1"/>
          </p:cNvPicPr>
          <p:nvPr/>
        </p:nvPicPr>
        <p:blipFill>
          <a:blip r:embed="rId1"/>
          <a:stretch>
            <a:fillRect/>
          </a:stretch>
        </p:blipFill>
        <p:spPr>
          <a:xfrm>
            <a:off x="1859915" y="3220085"/>
            <a:ext cx="5940425" cy="16586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644" name="Shape 644"/>
        <p:cNvGrpSpPr/>
        <p:nvPr/>
      </p:nvGrpSpPr>
      <p:grpSpPr>
        <a:xfrm>
          <a:off x="0" y="0"/>
          <a:ext cx="0" cy="0"/>
          <a:chOff x="0" y="0"/>
          <a:chExt cx="0" cy="0"/>
        </a:xfrm>
      </p:grpSpPr>
      <p:sp>
        <p:nvSpPr>
          <p:cNvPr id="645" name="Google Shape;645;p53"/>
          <p:cNvSpPr/>
          <p:nvPr/>
        </p:nvSpPr>
        <p:spPr>
          <a:xfrm>
            <a:off x="6291275" y="0"/>
            <a:ext cx="244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6" name="Google Shape;646;p53"/>
          <p:cNvSpPr txBox="1"/>
          <p:nvPr>
            <p:ph type="title"/>
          </p:nvPr>
        </p:nvSpPr>
        <p:spPr>
          <a:xfrm>
            <a:off x="6460980" y="974425"/>
            <a:ext cx="2206500" cy="160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a:solidFill>
                  <a:schemeClr val="dk1"/>
                </a:solidFill>
              </a:rPr>
              <a:t>RECOMMENDATION</a:t>
            </a:r>
            <a:br>
              <a:rPr>
                <a:solidFill>
                  <a:schemeClr val="dk1"/>
                </a:solidFill>
              </a:rPr>
            </a:br>
            <a:r>
              <a:rPr lang="en-US" altLang="en-GB">
                <a:solidFill>
                  <a:schemeClr val="accent1"/>
                </a:solidFill>
                <a:sym typeface="+mn-ea"/>
              </a:rPr>
              <a:t>SYSTEM</a:t>
            </a:r>
            <a:br>
              <a:rPr>
                <a:solidFill>
                  <a:schemeClr val="dk1"/>
                </a:solidFill>
              </a:rPr>
            </a:b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56" name="Shape 256"/>
        <p:cNvGrpSpPr/>
        <p:nvPr/>
      </p:nvGrpSpPr>
      <p:grpSpPr>
        <a:xfrm>
          <a:off x="0" y="0"/>
          <a:ext cx="0" cy="0"/>
          <a:chOff x="0" y="0"/>
          <a:chExt cx="0" cy="0"/>
        </a:xfrm>
      </p:grpSpPr>
      <p:sp>
        <p:nvSpPr>
          <p:cNvPr id="257" name="Google Shape;257;p37"/>
          <p:cNvSpPr/>
          <p:nvPr/>
        </p:nvSpPr>
        <p:spPr>
          <a:xfrm>
            <a:off x="5948045" y="0"/>
            <a:ext cx="319659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 name="Google Shape;258;p37"/>
          <p:cNvSpPr txBox="1"/>
          <p:nvPr>
            <p:ph type="title"/>
          </p:nvPr>
        </p:nvSpPr>
        <p:spPr>
          <a:xfrm>
            <a:off x="179070" y="339090"/>
            <a:ext cx="5485130" cy="620395"/>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GB" sz="2800">
                <a:solidFill>
                  <a:schemeClr val="accent1"/>
                </a:solidFill>
              </a:rPr>
              <a:t>RECOMMENDATION</a:t>
            </a:r>
            <a:r>
              <a:rPr lang="en-US" altLang="en-GB" sz="2800">
                <a:solidFill>
                  <a:schemeClr val="accent1"/>
                </a:solidFill>
              </a:rPr>
              <a:t> </a:t>
            </a:r>
            <a:r>
              <a:rPr lang="en-US" altLang="en-GB" sz="2800">
                <a:sym typeface="+mn-ea"/>
              </a:rPr>
              <a:t>S</a:t>
            </a:r>
            <a:r>
              <a:rPr lang="en-US" altLang="en-GB" sz="2800">
                <a:effectLst/>
                <a:sym typeface="+mn-ea"/>
              </a:rPr>
              <a:t>YSTEM</a:t>
            </a:r>
            <a:endParaRPr lang="en-US" altLang="en-GB" sz="2800">
              <a:solidFill>
                <a:schemeClr val="accent1"/>
              </a:solidFill>
              <a:effectLst/>
              <a:sym typeface="+mn-ea"/>
            </a:endParaRPr>
          </a:p>
        </p:txBody>
      </p:sp>
      <p:cxnSp>
        <p:nvCxnSpPr>
          <p:cNvPr id="264" name="Google Shape;264;p37"/>
          <p:cNvCxnSpPr/>
          <p:nvPr/>
        </p:nvCxnSpPr>
        <p:spPr>
          <a:xfrm>
            <a:off x="1370913" y="2664151"/>
            <a:ext cx="1588200" cy="0"/>
          </a:xfrm>
          <a:prstGeom prst="straightConnector1">
            <a:avLst/>
          </a:prstGeom>
          <a:noFill/>
          <a:ln w="9525" cap="flat" cmpd="sng">
            <a:solidFill>
              <a:schemeClr val="lt1"/>
            </a:solidFill>
            <a:prstDash val="solid"/>
            <a:round/>
            <a:headEnd type="none" w="med" len="med"/>
            <a:tailEnd type="none" w="med" len="med"/>
          </a:ln>
        </p:spPr>
      </p:cxnSp>
      <p:sp>
        <p:nvSpPr>
          <p:cNvPr id="613" name="Google Shape;613;p50"/>
          <p:cNvSpPr txBox="1"/>
          <p:nvPr>
            <p:ph type="body" idx="1"/>
          </p:nvPr>
        </p:nvSpPr>
        <p:spPr>
          <a:xfrm>
            <a:off x="467360" y="1419860"/>
            <a:ext cx="5029835" cy="1694180"/>
          </a:xfrm>
          <a:prstGeom prst="rect">
            <a:avLst/>
          </a:prstGeom>
        </p:spPr>
        <p:txBody>
          <a:bodyPr spcFirstLastPara="1" wrap="square" lIns="91425" tIns="91425" rIns="91425" bIns="91425" anchor="ctr" anchorCtr="0">
            <a:noAutofit/>
          </a:bodyPr>
          <a:p>
            <a:pPr marL="0" lvl="0" indent="0" algn="just" rtl="0">
              <a:spcBef>
                <a:spcPts val="0"/>
              </a:spcBef>
              <a:spcAft>
                <a:spcPts val="0"/>
              </a:spcAft>
              <a:buNone/>
            </a:pPr>
            <a:r>
              <a:rPr lang="en-GB" sz="1600"/>
              <a:t>There are several methods of how to implement recommender systems, and, in this case, we used a hybrid model of</a:t>
            </a:r>
            <a:endParaRPr lang="en-GB" sz="1600"/>
          </a:p>
          <a:p>
            <a:pPr marL="0" lvl="0" indent="0" algn="l" rtl="0">
              <a:spcBef>
                <a:spcPts val="0"/>
              </a:spcBef>
              <a:spcAft>
                <a:spcPts val="0"/>
              </a:spcAft>
              <a:buNone/>
            </a:pPr>
            <a:endParaRPr lang="en-GB" sz="1600"/>
          </a:p>
          <a:p>
            <a:pPr marL="0" lvl="0" indent="0" algn="l" rtl="0">
              <a:spcBef>
                <a:spcPts val="0"/>
              </a:spcBef>
              <a:spcAft>
                <a:spcPts val="0"/>
              </a:spcAft>
              <a:buNone/>
            </a:pPr>
            <a:r>
              <a:rPr lang="en-US" altLang="en-GB" sz="1600"/>
              <a:t>   </a:t>
            </a:r>
            <a:r>
              <a:rPr lang="en-GB" sz="1600"/>
              <a:t>Collaborative filtering model</a:t>
            </a:r>
            <a:endParaRPr lang="en-GB" sz="1600"/>
          </a:p>
          <a:p>
            <a:pPr marL="0" lvl="0" indent="0" algn="l" rtl="0">
              <a:spcBef>
                <a:spcPts val="0"/>
              </a:spcBef>
              <a:spcAft>
                <a:spcPts val="0"/>
              </a:spcAft>
              <a:buNone/>
            </a:pPr>
            <a:endParaRPr lang="en-GB" sz="1600"/>
          </a:p>
          <a:p>
            <a:pPr marL="0" lvl="0" indent="0" algn="l" rtl="0">
              <a:spcBef>
                <a:spcPts val="0"/>
              </a:spcBef>
              <a:spcAft>
                <a:spcPts val="0"/>
              </a:spcAft>
              <a:buFont typeface="Wingdings" panose="05000000000000000000" charset="0"/>
              <a:buNone/>
            </a:pPr>
            <a:r>
              <a:rPr lang="en-US" altLang="en-GB" sz="1600"/>
              <a:t>   </a:t>
            </a:r>
            <a:r>
              <a:rPr lang="en-GB" sz="1600"/>
              <a:t>Content based model</a:t>
            </a:r>
            <a:endParaRPr lang="en-GB" sz="1600"/>
          </a:p>
        </p:txBody>
      </p:sp>
      <p:grpSp>
        <p:nvGrpSpPr>
          <p:cNvPr id="8941" name="Google Shape;8941;p101"/>
          <p:cNvGrpSpPr/>
          <p:nvPr/>
        </p:nvGrpSpPr>
        <p:grpSpPr>
          <a:xfrm>
            <a:off x="479425" y="2284095"/>
            <a:ext cx="245745" cy="300990"/>
            <a:chOff x="-6696925" y="3272575"/>
            <a:chExt cx="307200" cy="291425"/>
          </a:xfrm>
          <a:blipFill>
            <a:blip r:embed="rId1"/>
            <a:tile tx="0" ty="0" sx="100000" sy="100000" flip="none" algn="tl"/>
          </a:blipFill>
        </p:grpSpPr>
        <p:sp>
          <p:nvSpPr>
            <p:cNvPr id="8942" name="Google Shape;8942;p101"/>
            <p:cNvSpPr/>
            <p:nvPr/>
          </p:nvSpPr>
          <p:spPr>
            <a:xfrm>
              <a:off x="-6696925" y="3371400"/>
              <a:ext cx="220575" cy="192600"/>
            </a:xfrm>
            <a:custGeom>
              <a:avLst/>
              <a:gdLst/>
              <a:ahLst/>
              <a:cxnLst/>
              <a:rect l="l" t="t" r="r" b="b"/>
              <a:pathLst>
                <a:path w="8823" h="7704" extrusionOk="0">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8943" name="Google Shape;8943;p101"/>
            <p:cNvSpPr/>
            <p:nvPr/>
          </p:nvSpPr>
          <p:spPr>
            <a:xfrm>
              <a:off x="-6621300" y="3272575"/>
              <a:ext cx="231575" cy="194950"/>
            </a:xfrm>
            <a:custGeom>
              <a:avLst/>
              <a:gdLst/>
              <a:ahLst/>
              <a:cxnLst/>
              <a:rect l="l" t="t" r="r" b="b"/>
              <a:pathLst>
                <a:path w="9263" h="7798" extrusionOk="0">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nvGrpSpPr>
          <p:cNvPr id="3" name="Google Shape;8941;p101"/>
          <p:cNvGrpSpPr/>
          <p:nvPr/>
        </p:nvGrpSpPr>
        <p:grpSpPr>
          <a:xfrm>
            <a:off x="479425" y="2775585"/>
            <a:ext cx="245745" cy="281940"/>
            <a:chOff x="-6696925" y="3272575"/>
            <a:chExt cx="307200" cy="291425"/>
          </a:xfrm>
          <a:blipFill rotWithShape="1">
            <a:blip r:embed="rId1"/>
            <a:tile tx="0" ty="0" sx="100000" sy="100000" flip="none" algn="tl"/>
          </a:blipFill>
        </p:grpSpPr>
        <p:sp>
          <p:nvSpPr>
            <p:cNvPr id="4" name="Google Shape;8942;p101"/>
            <p:cNvSpPr/>
            <p:nvPr/>
          </p:nvSpPr>
          <p:spPr>
            <a:xfrm>
              <a:off x="-6696925" y="3371400"/>
              <a:ext cx="220575" cy="192600"/>
            </a:xfrm>
            <a:custGeom>
              <a:avLst/>
              <a:gdLst/>
              <a:ahLst/>
              <a:cxnLst/>
              <a:rect l="l" t="t" r="r" b="b"/>
              <a:pathLst>
                <a:path w="8823" h="7704" extrusionOk="0">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 name="Google Shape;8943;p101"/>
            <p:cNvSpPr/>
            <p:nvPr/>
          </p:nvSpPr>
          <p:spPr>
            <a:xfrm>
              <a:off x="-6621300" y="3272575"/>
              <a:ext cx="231575" cy="194950"/>
            </a:xfrm>
            <a:custGeom>
              <a:avLst/>
              <a:gdLst/>
              <a:ahLst/>
              <a:cxnLst/>
              <a:rect l="l" t="t" r="r" b="b"/>
              <a:pathLst>
                <a:path w="9263" h="7798" extrusionOk="0">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pic>
        <p:nvPicPr>
          <p:cNvPr id="6" name="Picture 5" descr="s1-10"/>
          <p:cNvPicPr>
            <a:picLocks noChangeAspect="1"/>
          </p:cNvPicPr>
          <p:nvPr/>
        </p:nvPicPr>
        <p:blipFill>
          <a:blip r:embed="rId2"/>
          <a:stretch>
            <a:fillRect/>
          </a:stretch>
        </p:blipFill>
        <p:spPr>
          <a:xfrm>
            <a:off x="6162675" y="1327785"/>
            <a:ext cx="2778760" cy="23158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Title 24"/>
          <p:cNvSpPr/>
          <p:nvPr>
            <p:ph type="title"/>
          </p:nvPr>
        </p:nvSpPr>
        <p:spPr/>
        <p:txBody>
          <a:bodyPr/>
          <a:p>
            <a:endParaRPr lang="en-US"/>
          </a:p>
        </p:txBody>
      </p:sp>
      <p:sp>
        <p:nvSpPr>
          <p:cNvPr id="26" name="Subtitle 25"/>
          <p:cNvSpPr/>
          <p:nvPr>
            <p:ph type="subTitle" idx="1"/>
          </p:nvPr>
        </p:nvSpPr>
        <p:spPr/>
        <p:txBody>
          <a:bodyPr/>
          <a:p>
            <a:endParaRPr lang="en-US"/>
          </a:p>
        </p:txBody>
      </p:sp>
      <p:sp>
        <p:nvSpPr>
          <p:cNvPr id="20" name="Text Box 19"/>
          <p:cNvSpPr txBox="1"/>
          <p:nvPr/>
        </p:nvSpPr>
        <p:spPr>
          <a:xfrm>
            <a:off x="265430" y="871855"/>
            <a:ext cx="3852545" cy="3599815"/>
          </a:xfrm>
          <a:prstGeom prst="rect">
            <a:avLst/>
          </a:prstGeom>
          <a:noFill/>
        </p:spPr>
        <p:txBody>
          <a:bodyPr wrap="square" rtlCol="0" anchor="t">
            <a:spAutoFit/>
          </a:bodyPr>
          <a:p>
            <a:pPr algn="just"/>
            <a:r>
              <a:rPr lang="en-US" sz="1800" b="1">
                <a:solidFill>
                  <a:schemeClr val="accent1"/>
                </a:solidFill>
                <a:effectLst>
                  <a:outerShdw blurRad="38100" dist="25400" dir="5400000" algn="ctr" rotWithShape="0">
                    <a:srgbClr val="6E747A">
                      <a:alpha val="43000"/>
                    </a:srgbClr>
                  </a:outerShdw>
                </a:effectLst>
              </a:rPr>
              <a:t>COLLABORATIVE FILTERING</a:t>
            </a:r>
            <a:r>
              <a:rPr lang="en-US">
                <a:solidFill>
                  <a:schemeClr val="accent1"/>
                </a:solidFill>
                <a:effectLst>
                  <a:outerShdw blurRad="38100" dist="25400" dir="5400000" algn="ctr" rotWithShape="0">
                    <a:srgbClr val="6E747A">
                      <a:alpha val="43000"/>
                    </a:srgbClr>
                  </a:outerShdw>
                </a:effectLst>
              </a:rPr>
              <a:t> </a:t>
            </a:r>
            <a:r>
              <a:rPr lang="en-US"/>
              <a:t>is an approach which uses the assumption that users who bought similar items in the past, will also agree on new items. Let us look at an example case of 2 customers – Jack and Jill. If Jill bought items A and B, and Jack bought items A, B and C, that means that, if Jack and Jill had already agreed on 2 items, there is a high possibility that Jill would also like item C. So, per collaborative filtering approach, we would recommend item C to Jill next. On the other hand, collaborative filtering has some well-known problems, one major being a cold start problem. When a new item appears, it has no interaction. This means that it would never appear under recommendations.</a:t>
            </a:r>
            <a:endParaRPr lang="en-US"/>
          </a:p>
        </p:txBody>
      </p:sp>
      <p:pic>
        <p:nvPicPr>
          <p:cNvPr id="2" name="Picture 1" descr="apple"/>
          <p:cNvPicPr>
            <a:picLocks noChangeAspect="1"/>
          </p:cNvPicPr>
          <p:nvPr/>
        </p:nvPicPr>
        <p:blipFill>
          <a:blip r:embed="rId1"/>
          <a:stretch>
            <a:fillRect/>
          </a:stretch>
        </p:blipFill>
        <p:spPr>
          <a:xfrm rot="5400000">
            <a:off x="5337175" y="849630"/>
            <a:ext cx="1935480" cy="3975100"/>
          </a:xfrm>
          <a:prstGeom prst="rect">
            <a:avLst/>
          </a:prstGeom>
        </p:spPr>
      </p:pic>
      <p:pic>
        <p:nvPicPr>
          <p:cNvPr id="21" name="Picture 20" descr="Figure_4_Example_of_collaborative_filtering"/>
          <p:cNvPicPr>
            <a:picLocks noChangeAspect="1"/>
          </p:cNvPicPr>
          <p:nvPr/>
        </p:nvPicPr>
        <p:blipFill>
          <a:blip r:embed="rId2"/>
          <a:stretch>
            <a:fillRect/>
          </a:stretch>
        </p:blipFill>
        <p:spPr>
          <a:xfrm>
            <a:off x="4771390" y="1939925"/>
            <a:ext cx="3082290" cy="17506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Subtitle 6"/>
          <p:cNvSpPr/>
          <p:nvPr>
            <p:ph type="subTitle" idx="2"/>
          </p:nvPr>
        </p:nvSpPr>
        <p:spPr>
          <a:xfrm>
            <a:off x="4165600" y="339090"/>
            <a:ext cx="4648835" cy="4519930"/>
          </a:xfrm>
        </p:spPr>
        <p:txBody>
          <a:bodyPr/>
          <a:p>
            <a:pPr algn="just"/>
            <a:r>
              <a:rPr lang="en-US"/>
              <a:t>    </a:t>
            </a:r>
            <a:r>
              <a:rPr lang="en-US" sz="1800"/>
              <a:t> </a:t>
            </a:r>
            <a:r>
              <a:rPr lang="en-US" sz="1800" b="1">
                <a:solidFill>
                  <a:schemeClr val="accent1"/>
                </a:solidFill>
                <a:effectLst>
                  <a:outerShdw blurRad="38100" dist="25400" dir="5400000" algn="ctr" rotWithShape="0">
                    <a:srgbClr val="6E747A">
                      <a:alpha val="43000"/>
                    </a:srgbClr>
                  </a:outerShdw>
                </a:effectLst>
              </a:rPr>
              <a:t>CONTENT BASED </a:t>
            </a:r>
            <a:r>
              <a:rPr lang="en-US" sz="1400"/>
              <a:t>model works under the assumption that what customer liked/bought in the past, would probably be liked/bought in the future. It uses meta information of items, and a profile of the user’s preferred choices. Let us look at the example of Jelena, who often buys her clothing online. In the past several months, Jelena has bought several items online. First, she bought herself a pink skirt, then, a couple of days later, a pink T-shirt, then pink heels, and then a pink hat. It is obvious that Jelena likes pink clothes, a common feature that all items share. It is highly likely that Jelena will like a pink dress more than a black or a blue one, or even a non-clothing item. So, per content based approach, we would recommend a pink dress to Jelena next. </a:t>
            </a:r>
            <a:endParaRPr lang="en-US"/>
          </a:p>
          <a:p>
            <a:pPr algn="just"/>
            <a:endParaRPr lang="en-US"/>
          </a:p>
        </p:txBody>
      </p:sp>
      <p:pic>
        <p:nvPicPr>
          <p:cNvPr id="2" name="Picture 1" descr="android"/>
          <p:cNvPicPr>
            <a:picLocks noChangeAspect="1"/>
          </p:cNvPicPr>
          <p:nvPr/>
        </p:nvPicPr>
        <p:blipFill>
          <a:blip r:embed="rId1"/>
          <a:stretch>
            <a:fillRect/>
          </a:stretch>
        </p:blipFill>
        <p:spPr>
          <a:xfrm>
            <a:off x="611505" y="200660"/>
            <a:ext cx="3313430" cy="4265295"/>
          </a:xfrm>
          <a:prstGeom prst="rect">
            <a:avLst/>
          </a:prstGeom>
        </p:spPr>
      </p:pic>
      <p:pic>
        <p:nvPicPr>
          <p:cNvPr id="10" name="Picture 9" descr="Figure_5_Example_of_content_based_model"/>
          <p:cNvPicPr>
            <a:picLocks noChangeAspect="1"/>
          </p:cNvPicPr>
          <p:nvPr/>
        </p:nvPicPr>
        <p:blipFill>
          <a:blip r:embed="rId2"/>
          <a:stretch>
            <a:fillRect/>
          </a:stretch>
        </p:blipFill>
        <p:spPr>
          <a:xfrm>
            <a:off x="809625" y="699135"/>
            <a:ext cx="2901315" cy="3294380"/>
          </a:xfrm>
          <a:prstGeom prst="rect">
            <a:avLst/>
          </a:prstGeom>
          <a:solidFill>
            <a:schemeClr val="accent2">
              <a:lumMod val="50000"/>
            </a:schemeClr>
          </a:solid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230" name="Shape 1230"/>
        <p:cNvGrpSpPr/>
        <p:nvPr/>
      </p:nvGrpSpPr>
      <p:grpSpPr>
        <a:xfrm>
          <a:off x="0" y="0"/>
          <a:ext cx="0" cy="0"/>
          <a:chOff x="0" y="0"/>
          <a:chExt cx="0" cy="0"/>
        </a:xfrm>
      </p:grpSpPr>
      <p:pic>
        <p:nvPicPr>
          <p:cNvPr id="1231" name="Google Shape;1231;p80" descr="/home/mac/Downloads/Figure_4_Example_of_collaborative_filtering.pngFigure_4_Example_of_collaborative_filtering"/>
          <p:cNvPicPr preferRelativeResize="0"/>
          <p:nvPr/>
        </p:nvPicPr>
        <p:blipFill>
          <a:blip r:embed="rId1"/>
          <a:srcRect/>
          <a:stretch>
            <a:fillRect/>
          </a:stretch>
        </p:blipFill>
        <p:spPr>
          <a:xfrm>
            <a:off x="751125" y="1362775"/>
            <a:ext cx="3820624" cy="2178050"/>
          </a:xfrm>
          <a:prstGeom prst="rect">
            <a:avLst/>
          </a:prstGeom>
          <a:noFill/>
          <a:ln>
            <a:noFill/>
          </a:ln>
        </p:spPr>
      </p:pic>
      <p:sp>
        <p:nvSpPr>
          <p:cNvPr id="1232" name="Google Shape;1232;p80"/>
          <p:cNvSpPr txBox="1"/>
          <p:nvPr>
            <p:ph type="title"/>
          </p:nvPr>
        </p:nvSpPr>
        <p:spPr>
          <a:xfrm>
            <a:off x="726225" y="441350"/>
            <a:ext cx="7691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GB">
                <a:solidFill>
                  <a:schemeClr val="dk1"/>
                </a:solidFill>
              </a:rPr>
              <a:t>HYBRID </a:t>
            </a:r>
            <a:r>
              <a:rPr lang="en-GB">
                <a:solidFill>
                  <a:schemeClr val="accent1"/>
                </a:solidFill>
              </a:rPr>
              <a:t>APPROACH</a:t>
            </a:r>
            <a:endParaRPr lang="en-GB">
              <a:solidFill>
                <a:schemeClr val="accent1"/>
              </a:solidFill>
            </a:endParaRPr>
          </a:p>
        </p:txBody>
      </p:sp>
      <p:sp>
        <p:nvSpPr>
          <p:cNvPr id="1234" name="Google Shape;1234;p80"/>
          <p:cNvSpPr txBox="1"/>
          <p:nvPr>
            <p:ph type="subTitle" idx="2"/>
          </p:nvPr>
        </p:nvSpPr>
        <p:spPr>
          <a:xfrm>
            <a:off x="4932680" y="1320165"/>
            <a:ext cx="3853815" cy="274193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a:solidFill>
                  <a:schemeClr val="dk1"/>
                </a:solidFill>
              </a:rPr>
              <a:t>We</a:t>
            </a:r>
            <a:r>
              <a:rPr lang="en-US">
                <a:solidFill>
                  <a:schemeClr val="dk1"/>
                </a:solidFill>
              </a:rPr>
              <a:t> trying to build a</a:t>
            </a:r>
            <a:r>
              <a:rPr>
                <a:solidFill>
                  <a:schemeClr val="dk1"/>
                </a:solidFill>
              </a:rPr>
              <a:t> recommender system that uses hybrid approach, and fine-tuned hyper parameters that yield best results.</a:t>
            </a:r>
            <a:r>
              <a:rPr lang="en-US">
                <a:solidFill>
                  <a:schemeClr val="dk1"/>
                </a:solidFill>
              </a:rPr>
              <a:t>w</a:t>
            </a:r>
            <a:r>
              <a:rPr lang="en-IN" altLang="en-US">
                <a:solidFill>
                  <a:schemeClr val="dk1"/>
                </a:solidFill>
              </a:rPr>
              <a:t>e</a:t>
            </a:r>
            <a:r>
              <a:rPr lang="en-US">
                <a:solidFill>
                  <a:schemeClr val="dk1"/>
                </a:solidFill>
              </a:rPr>
              <a:t> have to </a:t>
            </a:r>
            <a:r>
              <a:rPr>
                <a:solidFill>
                  <a:schemeClr val="dk1"/>
                </a:solidFill>
              </a:rPr>
              <a:t>const</a:t>
            </a:r>
            <a:r>
              <a:rPr lang="en-US">
                <a:solidFill>
                  <a:schemeClr val="dk1"/>
                </a:solidFill>
              </a:rPr>
              <a:t>ruct</a:t>
            </a:r>
            <a:r>
              <a:rPr>
                <a:solidFill>
                  <a:schemeClr val="dk1"/>
                </a:solidFill>
              </a:rPr>
              <a:t> it step by step, feeding more features to the model on every step, and inspected the results. We split data into </a:t>
            </a:r>
            <a:r>
              <a:rPr lang="en-IN">
                <a:solidFill>
                  <a:schemeClr val="dk1"/>
                </a:solidFill>
              </a:rPr>
              <a:t>content based</a:t>
            </a:r>
            <a:r>
              <a:rPr>
                <a:solidFill>
                  <a:schemeClr val="dk1"/>
                </a:solidFill>
              </a:rPr>
              <a:t> </a:t>
            </a:r>
            <a:r>
              <a:rPr lang="en-IN">
                <a:solidFill>
                  <a:schemeClr val="dk1"/>
                </a:solidFill>
              </a:rPr>
              <a:t>set </a:t>
            </a:r>
            <a:r>
              <a:rPr>
                <a:solidFill>
                  <a:schemeClr val="dk1"/>
                </a:solidFill>
              </a:rPr>
              <a:t>and </a:t>
            </a:r>
            <a:r>
              <a:rPr lang="en-IN">
                <a:solidFill>
                  <a:schemeClr val="dk1"/>
                </a:solidFill>
              </a:rPr>
              <a:t>collabrative filtering</a:t>
            </a:r>
            <a:r>
              <a:rPr>
                <a:solidFill>
                  <a:schemeClr val="dk1"/>
                </a:solidFill>
              </a:rPr>
              <a:t> set.</a:t>
            </a:r>
            <a:r>
              <a:rPr lang="en-IN">
                <a:solidFill>
                  <a:schemeClr val="dk1"/>
                </a:solidFill>
              </a:rPr>
              <a:t> they are used for build the appropriate models</a:t>
            </a:r>
            <a:endParaRPr lang="en-IN">
              <a:solidFill>
                <a:schemeClr val="dk1"/>
              </a:solidFill>
            </a:endParaRPr>
          </a:p>
        </p:txBody>
      </p:sp>
      <p:grpSp>
        <p:nvGrpSpPr>
          <p:cNvPr id="1235" name="Google Shape;1235;p80"/>
          <p:cNvGrpSpPr/>
          <p:nvPr/>
        </p:nvGrpSpPr>
        <p:grpSpPr>
          <a:xfrm>
            <a:off x="726219" y="1320069"/>
            <a:ext cx="3851856" cy="3129229"/>
            <a:chOff x="1797750" y="1431725"/>
            <a:chExt cx="4004425" cy="3253175"/>
          </a:xfrm>
        </p:grpSpPr>
        <p:sp>
          <p:nvSpPr>
            <p:cNvPr id="1236" name="Google Shape;1236;p80"/>
            <p:cNvSpPr/>
            <p:nvPr/>
          </p:nvSpPr>
          <p:spPr>
            <a:xfrm>
              <a:off x="3517050" y="3796400"/>
              <a:ext cx="566450" cy="842125"/>
            </a:xfrm>
            <a:custGeom>
              <a:avLst/>
              <a:gdLst/>
              <a:ahLst/>
              <a:cxnLst/>
              <a:rect l="l" t="t" r="r" b="b"/>
              <a:pathLst>
                <a:path w="22658" h="33685" extrusionOk="0">
                  <a:moveTo>
                    <a:pt x="1" y="1"/>
                  </a:moveTo>
                  <a:lnTo>
                    <a:pt x="1" y="33685"/>
                  </a:lnTo>
                  <a:lnTo>
                    <a:pt x="22657" y="33685"/>
                  </a:lnTo>
                  <a:lnTo>
                    <a:pt x="226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7" name="Google Shape;1237;p80"/>
            <p:cNvSpPr/>
            <p:nvPr/>
          </p:nvSpPr>
          <p:spPr>
            <a:xfrm>
              <a:off x="3517050" y="3796400"/>
              <a:ext cx="566450" cy="256925"/>
            </a:xfrm>
            <a:custGeom>
              <a:avLst/>
              <a:gdLst/>
              <a:ahLst/>
              <a:cxnLst/>
              <a:rect l="l" t="t" r="r" b="b"/>
              <a:pathLst>
                <a:path w="22658" h="10277" extrusionOk="0">
                  <a:moveTo>
                    <a:pt x="1" y="1"/>
                  </a:moveTo>
                  <a:lnTo>
                    <a:pt x="1" y="10276"/>
                  </a:lnTo>
                  <a:lnTo>
                    <a:pt x="22657" y="10276"/>
                  </a:lnTo>
                  <a:lnTo>
                    <a:pt x="22657" y="1"/>
                  </a:lnTo>
                  <a:close/>
                </a:path>
              </a:pathLst>
            </a:custGeom>
            <a:solidFill>
              <a:srgbClr val="1B17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8" name="Google Shape;1238;p80"/>
            <p:cNvSpPr/>
            <p:nvPr/>
          </p:nvSpPr>
          <p:spPr>
            <a:xfrm>
              <a:off x="1797750" y="1431725"/>
              <a:ext cx="4004425" cy="2528225"/>
            </a:xfrm>
            <a:custGeom>
              <a:avLst/>
              <a:gdLst/>
              <a:ahLst/>
              <a:cxnLst/>
              <a:rect l="l" t="t" r="r" b="b"/>
              <a:pathLst>
                <a:path w="160177" h="101129" extrusionOk="0">
                  <a:moveTo>
                    <a:pt x="158397" y="1705"/>
                  </a:moveTo>
                  <a:lnTo>
                    <a:pt x="158397" y="92307"/>
                  </a:lnTo>
                  <a:lnTo>
                    <a:pt x="1780" y="92307"/>
                  </a:lnTo>
                  <a:lnTo>
                    <a:pt x="1780" y="1705"/>
                  </a:lnTo>
                  <a:close/>
                  <a:moveTo>
                    <a:pt x="1780" y="1"/>
                  </a:moveTo>
                  <a:cubicBezTo>
                    <a:pt x="802" y="1"/>
                    <a:pt x="0" y="803"/>
                    <a:pt x="0" y="1780"/>
                  </a:cubicBezTo>
                  <a:lnTo>
                    <a:pt x="0" y="99350"/>
                  </a:lnTo>
                  <a:cubicBezTo>
                    <a:pt x="0" y="100327"/>
                    <a:pt x="802" y="101129"/>
                    <a:pt x="1780" y="101129"/>
                  </a:cubicBezTo>
                  <a:lnTo>
                    <a:pt x="158397" y="101129"/>
                  </a:lnTo>
                  <a:cubicBezTo>
                    <a:pt x="159400" y="101129"/>
                    <a:pt x="160177" y="100327"/>
                    <a:pt x="160177" y="99350"/>
                  </a:cubicBezTo>
                  <a:lnTo>
                    <a:pt x="160177" y="1780"/>
                  </a:lnTo>
                  <a:cubicBezTo>
                    <a:pt x="160177" y="803"/>
                    <a:pt x="159400" y="1"/>
                    <a:pt x="158397" y="1"/>
                  </a:cubicBezTo>
                  <a:close/>
                </a:path>
              </a:pathLst>
            </a:custGeom>
            <a:solidFill>
              <a:srgbClr val="1B17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9" name="Google Shape;1239;p80"/>
            <p:cNvSpPr/>
            <p:nvPr/>
          </p:nvSpPr>
          <p:spPr>
            <a:xfrm>
              <a:off x="1842225" y="1474325"/>
              <a:ext cx="3915475" cy="2265075"/>
            </a:xfrm>
            <a:custGeom>
              <a:avLst/>
              <a:gdLst/>
              <a:ahLst/>
              <a:cxnLst/>
              <a:rect l="l" t="t" r="r" b="b"/>
              <a:pathLst>
                <a:path w="156619" h="90603" extrusionOk="0">
                  <a:moveTo>
                    <a:pt x="156568" y="76"/>
                  </a:moveTo>
                  <a:lnTo>
                    <a:pt x="156568" y="90553"/>
                  </a:lnTo>
                  <a:lnTo>
                    <a:pt x="51" y="90553"/>
                  </a:lnTo>
                  <a:lnTo>
                    <a:pt x="51" y="76"/>
                  </a:lnTo>
                  <a:close/>
                  <a:moveTo>
                    <a:pt x="1" y="1"/>
                  </a:moveTo>
                  <a:lnTo>
                    <a:pt x="1" y="90603"/>
                  </a:lnTo>
                  <a:lnTo>
                    <a:pt x="156618" y="90603"/>
                  </a:lnTo>
                  <a:lnTo>
                    <a:pt x="1566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0" name="Google Shape;1240;p80"/>
            <p:cNvSpPr/>
            <p:nvPr/>
          </p:nvSpPr>
          <p:spPr>
            <a:xfrm>
              <a:off x="1797750" y="3776975"/>
              <a:ext cx="4004425" cy="182975"/>
            </a:xfrm>
            <a:custGeom>
              <a:avLst/>
              <a:gdLst/>
              <a:ahLst/>
              <a:cxnLst/>
              <a:rect l="l" t="t" r="r" b="b"/>
              <a:pathLst>
                <a:path w="160177" h="7319" extrusionOk="0">
                  <a:moveTo>
                    <a:pt x="0" y="1"/>
                  </a:moveTo>
                  <a:lnTo>
                    <a:pt x="0" y="5540"/>
                  </a:lnTo>
                  <a:cubicBezTo>
                    <a:pt x="0" y="6517"/>
                    <a:pt x="802" y="7319"/>
                    <a:pt x="1780" y="7319"/>
                  </a:cubicBezTo>
                  <a:lnTo>
                    <a:pt x="158397" y="7319"/>
                  </a:lnTo>
                  <a:cubicBezTo>
                    <a:pt x="159375" y="7319"/>
                    <a:pt x="160177" y="6517"/>
                    <a:pt x="160177" y="5540"/>
                  </a:cubicBezTo>
                  <a:lnTo>
                    <a:pt x="1601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1" name="Google Shape;1241;p80"/>
            <p:cNvSpPr/>
            <p:nvPr/>
          </p:nvSpPr>
          <p:spPr>
            <a:xfrm>
              <a:off x="2963175" y="4592775"/>
              <a:ext cx="1674200" cy="92125"/>
            </a:xfrm>
            <a:custGeom>
              <a:avLst/>
              <a:gdLst/>
              <a:ahLst/>
              <a:cxnLst/>
              <a:rect l="l" t="t" r="r" b="b"/>
              <a:pathLst>
                <a:path w="66968" h="3685" extrusionOk="0">
                  <a:moveTo>
                    <a:pt x="1855" y="0"/>
                  </a:moveTo>
                  <a:cubicBezTo>
                    <a:pt x="827" y="0"/>
                    <a:pt x="0" y="827"/>
                    <a:pt x="0" y="1830"/>
                  </a:cubicBezTo>
                  <a:cubicBezTo>
                    <a:pt x="0" y="2858"/>
                    <a:pt x="827" y="3685"/>
                    <a:pt x="1855" y="3685"/>
                  </a:cubicBezTo>
                  <a:lnTo>
                    <a:pt x="65113" y="3685"/>
                  </a:lnTo>
                  <a:cubicBezTo>
                    <a:pt x="66116" y="3685"/>
                    <a:pt x="66968" y="2858"/>
                    <a:pt x="66968" y="1830"/>
                  </a:cubicBezTo>
                  <a:cubicBezTo>
                    <a:pt x="66968" y="827"/>
                    <a:pt x="66116" y="0"/>
                    <a:pt x="651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27" name="Shape 227"/>
        <p:cNvGrpSpPr/>
        <p:nvPr/>
      </p:nvGrpSpPr>
      <p:grpSpPr>
        <a:xfrm>
          <a:off x="0" y="0"/>
          <a:ext cx="0" cy="0"/>
          <a:chOff x="0" y="0"/>
          <a:chExt cx="0" cy="0"/>
        </a:xfrm>
      </p:grpSpPr>
      <p:sp>
        <p:nvSpPr>
          <p:cNvPr id="228" name="Google Shape;228;p35"/>
          <p:cNvSpPr/>
          <p:nvPr/>
        </p:nvSpPr>
        <p:spPr>
          <a:xfrm>
            <a:off x="3369188" y="0"/>
            <a:ext cx="1931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 name="Google Shape;229;p35"/>
          <p:cNvSpPr txBox="1"/>
          <p:nvPr>
            <p:ph type="title"/>
          </p:nvPr>
        </p:nvSpPr>
        <p:spPr>
          <a:xfrm>
            <a:off x="615221" y="2128650"/>
            <a:ext cx="2169600" cy="88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OUR </a:t>
            </a:r>
            <a:r>
              <a:rPr lang="en-US" altLang="en-GB">
                <a:solidFill>
                  <a:schemeClr val="accent1"/>
                </a:solidFill>
              </a:rPr>
              <a:t>PROCESS</a:t>
            </a:r>
            <a:endParaRPr lang="en-US" altLang="en-GB">
              <a:solidFill>
                <a:schemeClr val="accent1"/>
              </a:solidFill>
            </a:endParaRPr>
          </a:p>
        </p:txBody>
      </p:sp>
      <p:sp>
        <p:nvSpPr>
          <p:cNvPr id="231" name="Google Shape;231;p35"/>
          <p:cNvSpPr txBox="1"/>
          <p:nvPr>
            <p:ph type="subTitle" idx="2"/>
          </p:nvPr>
        </p:nvSpPr>
        <p:spPr>
          <a:xfrm>
            <a:off x="5913989" y="1870310"/>
            <a:ext cx="2634600" cy="132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a:sym typeface="+mn-ea"/>
              </a:rPr>
              <a:t>Diffrent modules and datasets involved in the project</a:t>
            </a:r>
            <a:endParaRPr lang="en-US" altLang="en-GB"/>
          </a:p>
          <a:p>
            <a:pPr marL="0" lvl="0" indent="0" algn="l" rtl="0">
              <a:spcBef>
                <a:spcPts val="0"/>
              </a:spcBef>
              <a:spcAft>
                <a:spcPts val="0"/>
              </a:spcAft>
              <a:buNone/>
            </a:pPr>
            <a:endParaRPr lang="en-GB"/>
          </a:p>
        </p:txBody>
      </p:sp>
      <p:cxnSp>
        <p:nvCxnSpPr>
          <p:cNvPr id="243" name="Google Shape;243;p35"/>
          <p:cNvCxnSpPr/>
          <p:nvPr/>
        </p:nvCxnSpPr>
        <p:spPr>
          <a:xfrm rot="10800000">
            <a:off x="2899713" y="802200"/>
            <a:ext cx="0" cy="3539100"/>
          </a:xfrm>
          <a:prstGeom prst="straightConnector1">
            <a:avLst/>
          </a:prstGeom>
          <a:noFill/>
          <a:ln w="9525" cap="flat" cmpd="sng">
            <a:solidFill>
              <a:schemeClr val="dk1"/>
            </a:solidFill>
            <a:prstDash val="solid"/>
            <a:round/>
            <a:headEnd type="none" w="med" len="med"/>
            <a:tailEnd type="none" w="med" len="med"/>
          </a:ln>
        </p:spPr>
      </p:cxnSp>
      <p:cxnSp>
        <p:nvCxnSpPr>
          <p:cNvPr id="244" name="Google Shape;244;p35"/>
          <p:cNvCxnSpPr/>
          <p:nvPr/>
        </p:nvCxnSpPr>
        <p:spPr>
          <a:xfrm rot="10800000">
            <a:off x="5770088" y="802200"/>
            <a:ext cx="0" cy="3539100"/>
          </a:xfrm>
          <a:prstGeom prst="straightConnector1">
            <a:avLst/>
          </a:prstGeom>
          <a:noFill/>
          <a:ln w="9525" cap="flat" cmpd="sng">
            <a:solidFill>
              <a:schemeClr val="dk1"/>
            </a:solidFill>
            <a:prstDash val="solid"/>
            <a:round/>
            <a:headEnd type="none" w="med" len="med"/>
            <a:tailEnd type="none" w="med" len="med"/>
          </a:ln>
        </p:spPr>
      </p:cxnSp>
      <p:grpSp>
        <p:nvGrpSpPr>
          <p:cNvPr id="5557" name="Google Shape;5557;p93"/>
          <p:cNvGrpSpPr/>
          <p:nvPr/>
        </p:nvGrpSpPr>
        <p:grpSpPr>
          <a:xfrm>
            <a:off x="3941906" y="2192822"/>
            <a:ext cx="799565" cy="670282"/>
            <a:chOff x="7617850" y="2063282"/>
            <a:chExt cx="799565" cy="670282"/>
          </a:xfrm>
          <a:solidFill>
            <a:schemeClr val="bg1"/>
          </a:solidFill>
        </p:grpSpPr>
        <p:cxnSp>
          <p:nvCxnSpPr>
            <p:cNvPr id="5558" name="Google Shape;5558;p93"/>
            <p:cNvCxnSpPr/>
            <p:nvPr/>
          </p:nvCxnSpPr>
          <p:spPr>
            <a:xfrm rot="5400000" flipH="1">
              <a:off x="7629118" y="2104714"/>
              <a:ext cx="129900" cy="111300"/>
            </a:xfrm>
            <a:prstGeom prst="bentConnector3">
              <a:avLst>
                <a:gd name="adj1" fmla="val 50000"/>
              </a:avLst>
            </a:prstGeom>
            <a:grpFill/>
            <a:ln w="9525" cap="flat" cmpd="sng">
              <a:solidFill>
                <a:srgbClr val="667E92"/>
              </a:solidFill>
              <a:prstDash val="solid"/>
              <a:round/>
              <a:headEnd type="none" w="med" len="med"/>
              <a:tailEnd type="none" w="med" len="med"/>
            </a:ln>
          </p:spPr>
        </p:cxnSp>
        <p:cxnSp>
          <p:nvCxnSpPr>
            <p:cNvPr id="5559" name="Google Shape;5559;p93"/>
            <p:cNvCxnSpPr/>
            <p:nvPr/>
          </p:nvCxnSpPr>
          <p:spPr>
            <a:xfrm rot="-5400000">
              <a:off x="8276270" y="2104714"/>
              <a:ext cx="129900" cy="111300"/>
            </a:xfrm>
            <a:prstGeom prst="bentConnector3">
              <a:avLst>
                <a:gd name="adj1" fmla="val 50000"/>
              </a:avLst>
            </a:prstGeom>
            <a:grpFill/>
            <a:ln w="9525" cap="flat" cmpd="sng">
              <a:solidFill>
                <a:srgbClr val="667E92"/>
              </a:solidFill>
              <a:prstDash val="solid"/>
              <a:round/>
              <a:headEnd type="none" w="med" len="med"/>
              <a:tailEnd type="none" w="med" len="med"/>
            </a:ln>
          </p:spPr>
        </p:cxnSp>
        <p:cxnSp>
          <p:nvCxnSpPr>
            <p:cNvPr id="5560" name="Google Shape;5560;p93"/>
            <p:cNvCxnSpPr/>
            <p:nvPr/>
          </p:nvCxnSpPr>
          <p:spPr>
            <a:xfrm rot="5400000">
              <a:off x="7629118" y="2612964"/>
              <a:ext cx="129900" cy="111300"/>
            </a:xfrm>
            <a:prstGeom prst="bentConnector3">
              <a:avLst>
                <a:gd name="adj1" fmla="val 50000"/>
              </a:avLst>
            </a:prstGeom>
            <a:grpFill/>
            <a:ln w="9525" cap="flat" cmpd="sng">
              <a:solidFill>
                <a:srgbClr val="667E92"/>
              </a:solidFill>
              <a:prstDash val="solid"/>
              <a:round/>
              <a:headEnd type="none" w="med" len="med"/>
              <a:tailEnd type="none" w="med" len="med"/>
            </a:ln>
          </p:spPr>
        </p:cxnSp>
        <p:cxnSp>
          <p:nvCxnSpPr>
            <p:cNvPr id="5561" name="Google Shape;5561;p93"/>
            <p:cNvCxnSpPr/>
            <p:nvPr/>
          </p:nvCxnSpPr>
          <p:spPr>
            <a:xfrm rot="-5400000" flipH="1">
              <a:off x="8276270" y="2612964"/>
              <a:ext cx="129900" cy="111300"/>
            </a:xfrm>
            <a:prstGeom prst="bentConnector3">
              <a:avLst>
                <a:gd name="adj1" fmla="val 50000"/>
              </a:avLst>
            </a:prstGeom>
            <a:grpFill/>
            <a:ln w="9525" cap="flat" cmpd="sng">
              <a:solidFill>
                <a:srgbClr val="667E92"/>
              </a:solidFill>
              <a:prstDash val="solid"/>
              <a:round/>
              <a:headEnd type="none" w="med" len="med"/>
              <a:tailEnd type="none" w="med" len="med"/>
            </a:ln>
          </p:spPr>
        </p:cxnSp>
        <p:cxnSp>
          <p:nvCxnSpPr>
            <p:cNvPr id="5562" name="Google Shape;5562;p93"/>
            <p:cNvCxnSpPr/>
            <p:nvPr/>
          </p:nvCxnSpPr>
          <p:spPr>
            <a:xfrm rot="10800000">
              <a:off x="7617850" y="2393356"/>
              <a:ext cx="83400" cy="0"/>
            </a:xfrm>
            <a:prstGeom prst="straightConnector1">
              <a:avLst/>
            </a:prstGeom>
            <a:grpFill/>
            <a:ln w="9525" cap="flat" cmpd="sng">
              <a:solidFill>
                <a:srgbClr val="667E92"/>
              </a:solidFill>
              <a:prstDash val="solid"/>
              <a:round/>
              <a:headEnd type="none" w="med" len="med"/>
              <a:tailEnd type="none" w="med" len="med"/>
            </a:ln>
          </p:spPr>
        </p:cxnSp>
        <p:cxnSp>
          <p:nvCxnSpPr>
            <p:cNvPr id="5563" name="Google Shape;5563;p93"/>
            <p:cNvCxnSpPr/>
            <p:nvPr/>
          </p:nvCxnSpPr>
          <p:spPr>
            <a:xfrm rot="10800000">
              <a:off x="8334015" y="2393356"/>
              <a:ext cx="83400" cy="0"/>
            </a:xfrm>
            <a:prstGeom prst="straightConnector1">
              <a:avLst/>
            </a:prstGeom>
            <a:grpFill/>
            <a:ln w="9525" cap="flat" cmpd="sng">
              <a:solidFill>
                <a:srgbClr val="667E92"/>
              </a:solidFill>
              <a:prstDash val="solid"/>
              <a:round/>
              <a:headEnd type="none" w="med" len="med"/>
              <a:tailEnd type="none" w="med" len="med"/>
            </a:ln>
          </p:spPr>
        </p:cxnSp>
        <p:grpSp>
          <p:nvGrpSpPr>
            <p:cNvPr id="5564" name="Google Shape;5564;p93"/>
            <p:cNvGrpSpPr/>
            <p:nvPr/>
          </p:nvGrpSpPr>
          <p:grpSpPr>
            <a:xfrm>
              <a:off x="7734309" y="2063282"/>
              <a:ext cx="570957" cy="620095"/>
              <a:chOff x="7734309" y="2063282"/>
              <a:chExt cx="570957" cy="620095"/>
            </a:xfrm>
            <a:grpFill/>
          </p:grpSpPr>
          <p:grpSp>
            <p:nvGrpSpPr>
              <p:cNvPr id="5565" name="Google Shape;5565;p93"/>
              <p:cNvGrpSpPr/>
              <p:nvPr/>
            </p:nvGrpSpPr>
            <p:grpSpPr>
              <a:xfrm>
                <a:off x="8031573" y="2063282"/>
                <a:ext cx="273693" cy="620095"/>
                <a:chOff x="8031573" y="2063282"/>
                <a:chExt cx="273693" cy="620095"/>
              </a:xfrm>
              <a:grpFill/>
            </p:grpSpPr>
            <p:sp>
              <p:nvSpPr>
                <p:cNvPr id="5566" name="Google Shape;5566;p93"/>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567" name="Google Shape;5567;p93"/>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568" name="Google Shape;5568;p93"/>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569" name="Google Shape;5569;p93"/>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nvGrpSpPr>
              <p:cNvPr id="5570" name="Google Shape;5570;p93"/>
              <p:cNvGrpSpPr/>
              <p:nvPr/>
            </p:nvGrpSpPr>
            <p:grpSpPr>
              <a:xfrm flipH="1">
                <a:off x="7734309" y="2063282"/>
                <a:ext cx="273693" cy="620095"/>
                <a:chOff x="8031573" y="2063282"/>
                <a:chExt cx="273693" cy="620095"/>
              </a:xfrm>
              <a:grpFill/>
            </p:grpSpPr>
            <p:sp>
              <p:nvSpPr>
                <p:cNvPr id="5571" name="Google Shape;5571;p93"/>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572" name="Google Shape;5572;p93"/>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573" name="Google Shape;5573;p93"/>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sp>
              <p:nvSpPr>
                <p:cNvPr id="5574" name="Google Shape;5574;p93"/>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grpFill/>
                <a:ln>
                  <a:noFill/>
                </a:ln>
              </p:spPr>
              <p:txBody>
                <a:bodyPr spcFirstLastPara="1" wrap="square" lIns="91425" tIns="91425" rIns="91425" bIns="91425" anchor="ctr" anchorCtr="0">
                  <a:noAutofit/>
                </a:bodyPr>
                <a:p>
                  <a:pPr marL="0" lvl="0" indent="0" algn="l" rtl="0">
                    <a:spcBef>
                      <a:spcPts val="0"/>
                    </a:spcBef>
                    <a:spcAft>
                      <a:spcPts val="0"/>
                    </a:spcAft>
                    <a:buNone/>
                  </a:pPr>
                </a:p>
              </p:txBody>
            </p:sp>
          </p:gr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04" name="Shape 604"/>
        <p:cNvGrpSpPr/>
        <p:nvPr/>
      </p:nvGrpSpPr>
      <p:grpSpPr>
        <a:xfrm>
          <a:off x="0" y="0"/>
          <a:ext cx="0" cy="0"/>
          <a:chOff x="0" y="0"/>
          <a:chExt cx="0" cy="0"/>
        </a:xfrm>
      </p:grpSpPr>
      <p:sp>
        <p:nvSpPr>
          <p:cNvPr id="605" name="Google Shape;605;p49"/>
          <p:cNvSpPr txBox="1"/>
          <p:nvPr>
            <p:ph type="title"/>
          </p:nvPr>
        </p:nvSpPr>
        <p:spPr>
          <a:xfrm>
            <a:off x="258445" y="2092325"/>
            <a:ext cx="4686300" cy="93916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en-GB" sz="7200"/>
              <a:t>DATASET</a:t>
            </a:r>
            <a:endParaRPr lang="en-US" altLang="en-GB" sz="7200"/>
          </a:p>
        </p:txBody>
      </p:sp>
      <p:sp>
        <p:nvSpPr>
          <p:cNvPr id="606" name="Google Shape;606;p49"/>
          <p:cNvSpPr txBox="1"/>
          <p:nvPr>
            <p:ph type="subTitle" idx="1"/>
          </p:nvPr>
        </p:nvSpPr>
        <p:spPr>
          <a:xfrm>
            <a:off x="5652135" y="645160"/>
            <a:ext cx="2936875" cy="37230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a:t>We were able to obtain rich and high-resolution fashion products data</a:t>
            </a:r>
            <a:r>
              <a:rPr lang="en-IN" altLang="en-GB" sz="1600"/>
              <a:t> </a:t>
            </a:r>
            <a:r>
              <a:rPr lang="en-GB" sz="1600"/>
              <a:t>set from Kaggle which consists of about 44k images of 143 unique and different</a:t>
            </a:r>
            <a:endParaRPr lang="en-GB" sz="1600"/>
          </a:p>
          <a:p>
            <a:pPr marL="0" lvl="0" indent="0" algn="l" rtl="0">
              <a:spcBef>
                <a:spcPts val="0"/>
              </a:spcBef>
              <a:spcAft>
                <a:spcPts val="0"/>
              </a:spcAft>
              <a:buNone/>
            </a:pPr>
            <a:r>
              <a:rPr lang="en-GB" sz="1600"/>
              <a:t>classes like T-shirt, jeans, watches, etc. The size of the images is about 2400</a:t>
            </a:r>
            <a:endParaRPr lang="en-GB" sz="1600"/>
          </a:p>
          <a:p>
            <a:pPr marL="0" lvl="0" indent="0" algn="l" rtl="0">
              <a:spcBef>
                <a:spcPts val="0"/>
              </a:spcBef>
              <a:spcAft>
                <a:spcPts val="0"/>
              </a:spcAft>
              <a:buNone/>
            </a:pPr>
            <a:r>
              <a:rPr lang="en-GB" sz="1600"/>
              <a:t>x 1600 which makes it a pretty huge data-set posing a great challenge in Image</a:t>
            </a:r>
            <a:endParaRPr lang="en-GB" sz="1600"/>
          </a:p>
          <a:p>
            <a:pPr marL="0" lvl="0" indent="0" algn="l" rtl="0">
              <a:spcBef>
                <a:spcPts val="0"/>
              </a:spcBef>
              <a:spcAft>
                <a:spcPts val="0"/>
              </a:spcAft>
              <a:buNone/>
            </a:pPr>
            <a:r>
              <a:rPr lang="en-GB" sz="1600"/>
              <a:t>pre-processing as well as training deep learning models.</a:t>
            </a:r>
            <a:endParaRPr lang="en-GB" sz="1600"/>
          </a:p>
        </p:txBody>
      </p:sp>
      <p:cxnSp>
        <p:nvCxnSpPr>
          <p:cNvPr id="607" name="Google Shape;607;p49"/>
          <p:cNvCxnSpPr/>
          <p:nvPr/>
        </p:nvCxnSpPr>
        <p:spPr>
          <a:xfrm>
            <a:off x="5626451" y="1440825"/>
            <a:ext cx="0" cy="21732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144" name="Shape 1144"/>
        <p:cNvGrpSpPr/>
        <p:nvPr/>
      </p:nvGrpSpPr>
      <p:grpSpPr>
        <a:xfrm>
          <a:off x="0" y="0"/>
          <a:ext cx="0" cy="0"/>
          <a:chOff x="0" y="0"/>
          <a:chExt cx="0" cy="0"/>
        </a:xfrm>
      </p:grpSpPr>
      <p:sp>
        <p:nvSpPr>
          <p:cNvPr id="1145" name="Google Shape;1145;p77"/>
          <p:cNvSpPr txBox="1"/>
          <p:nvPr>
            <p:ph type="title"/>
          </p:nvPr>
        </p:nvSpPr>
        <p:spPr>
          <a:xfrm>
            <a:off x="539750" y="411480"/>
            <a:ext cx="3122295" cy="81216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en-GB">
                <a:solidFill>
                  <a:schemeClr val="accent1"/>
                </a:solidFill>
              </a:rPr>
              <a:t>DATA</a:t>
            </a:r>
            <a:r>
              <a:rPr lang="en-GB"/>
              <a:t>S</a:t>
            </a:r>
            <a:r>
              <a:rPr lang="en-US" altLang="en-GB"/>
              <a:t>ET</a:t>
            </a:r>
            <a:endParaRPr lang="en-US" altLang="en-GB"/>
          </a:p>
        </p:txBody>
      </p:sp>
      <p:sp>
        <p:nvSpPr>
          <p:cNvPr id="2" name="Text Box 1"/>
          <p:cNvSpPr txBox="1"/>
          <p:nvPr/>
        </p:nvSpPr>
        <p:spPr>
          <a:xfrm>
            <a:off x="537845" y="1121410"/>
            <a:ext cx="7352665" cy="2030095"/>
          </a:xfrm>
          <a:prstGeom prst="rect">
            <a:avLst/>
          </a:prstGeom>
          <a:noFill/>
        </p:spPr>
        <p:txBody>
          <a:bodyPr wrap="square" rtlCol="0" anchor="t">
            <a:spAutoFit/>
          </a:bodyPr>
          <a:p>
            <a:pPr algn="just"/>
            <a:r>
              <a:rPr lang="en-US"/>
              <a:t>We were able to obtain rich and high-resolution fashion products data</a:t>
            </a:r>
            <a:r>
              <a:rPr lang="en-IN" altLang="en-US"/>
              <a:t> </a:t>
            </a:r>
            <a:r>
              <a:rPr lang="en-US"/>
              <a:t>set from Kaggle which consists of about 44k images of 143 unique and different</a:t>
            </a:r>
            <a:r>
              <a:rPr lang="en-IN" altLang="en-US"/>
              <a:t> </a:t>
            </a:r>
            <a:r>
              <a:rPr lang="en-US"/>
              <a:t>classes like T-shirt, jeans, watches, etc.which makes it a pretty huge data-set posing a great challenge in Image</a:t>
            </a:r>
            <a:r>
              <a:rPr lang="en-IN" altLang="en-US"/>
              <a:t> </a:t>
            </a:r>
            <a:r>
              <a:rPr lang="en-US"/>
              <a:t>pre-processing as well as training deep learning models.</a:t>
            </a:r>
            <a:endParaRPr lang="en-US"/>
          </a:p>
          <a:p>
            <a:pPr algn="just"/>
            <a:endParaRPr lang="en-US"/>
          </a:p>
          <a:p>
            <a:pPr algn="just"/>
            <a:r>
              <a:rPr lang="en-IN" altLang="en-US"/>
              <a:t>	</a:t>
            </a:r>
            <a:r>
              <a:rPr lang="en-US"/>
              <a:t>In addition also contains multiple label attributes describing the product which was manually entered while cataloging. To add to this, we also have</a:t>
            </a:r>
            <a:r>
              <a:rPr lang="en-IN" altLang="en-US"/>
              <a:t> </a:t>
            </a:r>
            <a:r>
              <a:rPr lang="en-US"/>
              <a:t>descriptive text that comments on the product characteristics.</a:t>
            </a:r>
            <a:endParaRPr lang="en-US"/>
          </a:p>
          <a:p>
            <a:pPr algn="just"/>
            <a:endParaRPr lang="en-US"/>
          </a:p>
        </p:txBody>
      </p:sp>
      <p:pic>
        <p:nvPicPr>
          <p:cNvPr id="3" name="Picture 2" descr="dataset-cover"/>
          <p:cNvPicPr>
            <a:picLocks noChangeAspect="1"/>
          </p:cNvPicPr>
          <p:nvPr/>
        </p:nvPicPr>
        <p:blipFill>
          <a:blip r:embed="rId1"/>
          <a:stretch>
            <a:fillRect/>
          </a:stretch>
        </p:blipFill>
        <p:spPr>
          <a:xfrm>
            <a:off x="611505" y="3219450"/>
            <a:ext cx="7264400" cy="152971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879" name="Shape 879"/>
        <p:cNvGrpSpPr/>
        <p:nvPr/>
      </p:nvGrpSpPr>
      <p:grpSpPr>
        <a:xfrm>
          <a:off x="0" y="0"/>
          <a:ext cx="0" cy="0"/>
          <a:chOff x="0" y="0"/>
          <a:chExt cx="0" cy="0"/>
        </a:xfrm>
      </p:grpSpPr>
      <p:sp>
        <p:nvSpPr>
          <p:cNvPr id="880" name="Google Shape;880;p64"/>
          <p:cNvSpPr txBox="1"/>
          <p:nvPr>
            <p:ph type="title"/>
          </p:nvPr>
        </p:nvSpPr>
        <p:spPr>
          <a:xfrm>
            <a:off x="726225" y="441350"/>
            <a:ext cx="7691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IN" altLang="en-GB"/>
              <a:t>IMAGE</a:t>
            </a:r>
            <a:r>
              <a:rPr lang="en-GB"/>
              <a:t> </a:t>
            </a:r>
            <a:r>
              <a:rPr lang="en-US" altLang="en-GB">
                <a:solidFill>
                  <a:schemeClr val="accent1"/>
                </a:solidFill>
              </a:rPr>
              <a:t>DATA</a:t>
            </a:r>
            <a:endParaRPr lang="en-US" altLang="en-GB">
              <a:solidFill>
                <a:schemeClr val="accent1"/>
              </a:solidFill>
            </a:endParaRPr>
          </a:p>
        </p:txBody>
      </p:sp>
      <p:pic>
        <p:nvPicPr>
          <p:cNvPr id="2" name="Picture 1" descr="images"/>
          <p:cNvPicPr>
            <a:picLocks noChangeAspect="1"/>
          </p:cNvPicPr>
          <p:nvPr/>
        </p:nvPicPr>
        <p:blipFill>
          <a:blip r:embed="rId1"/>
          <a:stretch>
            <a:fillRect/>
          </a:stretch>
        </p:blipFill>
        <p:spPr>
          <a:xfrm>
            <a:off x="2992755" y="1014095"/>
            <a:ext cx="5826760" cy="3472180"/>
          </a:xfrm>
          <a:prstGeom prst="rect">
            <a:avLst/>
          </a:prstGeom>
        </p:spPr>
      </p:pic>
      <p:sp>
        <p:nvSpPr>
          <p:cNvPr id="606" name="Google Shape;606;p49"/>
          <p:cNvSpPr txBox="1"/>
          <p:nvPr>
            <p:ph type="subTitle" idx="1"/>
          </p:nvPr>
        </p:nvSpPr>
        <p:spPr>
          <a:xfrm>
            <a:off x="395605" y="1173480"/>
            <a:ext cx="2357120" cy="2796540"/>
          </a:xfrm>
          <a:prstGeom prst="rect">
            <a:avLst/>
          </a:prstGeom>
        </p:spPr>
        <p:txBody>
          <a:bodyPr spcFirstLastPara="1" wrap="square" lIns="91425" tIns="91425" rIns="91425" bIns="91425" anchor="t" anchorCtr="0">
            <a:noAutofit/>
          </a:bodyPr>
          <a:p>
            <a:pPr marL="0" lvl="0" indent="0" algn="l" rtl="0">
              <a:spcBef>
                <a:spcPts val="0"/>
              </a:spcBef>
              <a:spcAft>
                <a:spcPts val="0"/>
              </a:spcAft>
              <a:buNone/>
            </a:pPr>
            <a:r>
              <a:rPr lang="en-IN" altLang="en-GB" sz="1600"/>
              <a:t>H</a:t>
            </a:r>
            <a:r>
              <a:rPr lang="en-GB" sz="1600"/>
              <a:t>igh-resolution fashion products data</a:t>
            </a:r>
            <a:r>
              <a:rPr lang="en-IN" altLang="en-GB" sz="1600"/>
              <a:t> </a:t>
            </a:r>
            <a:r>
              <a:rPr lang="en-GB" sz="1600"/>
              <a:t>set from Kaggle which consists of about 44k images of 143 unique and different</a:t>
            </a:r>
            <a:endParaRPr lang="en-GB" sz="1600"/>
          </a:p>
          <a:p>
            <a:pPr marL="0" lvl="0" indent="0" algn="l" rtl="0">
              <a:spcBef>
                <a:spcPts val="0"/>
              </a:spcBef>
              <a:spcAft>
                <a:spcPts val="0"/>
              </a:spcAft>
              <a:buNone/>
            </a:pPr>
            <a:r>
              <a:rPr lang="en-GB" sz="1600"/>
              <a:t>classes like T-shirt, jeans, watches, etc. The size of the images is about </a:t>
            </a:r>
            <a:endParaRPr lang="en-GB" sz="1600"/>
          </a:p>
          <a:p>
            <a:pPr marL="0" lvl="0" indent="0" algn="l" rtl="0">
              <a:spcBef>
                <a:spcPts val="0"/>
              </a:spcBef>
              <a:spcAft>
                <a:spcPts val="0"/>
              </a:spcAft>
              <a:buNone/>
            </a:pPr>
            <a:r>
              <a:rPr lang="en-GB" sz="1600"/>
              <a:t>2400</a:t>
            </a:r>
            <a:r>
              <a:rPr lang="en-IN" altLang="en-GB" sz="1600"/>
              <a:t> </a:t>
            </a:r>
            <a:r>
              <a:rPr lang="en-GB" sz="1600"/>
              <a:t>x 1600 </a:t>
            </a:r>
            <a:endParaRPr lang="en-GB" sz="1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049" name="Shape 1049"/>
        <p:cNvGrpSpPr/>
        <p:nvPr/>
      </p:nvGrpSpPr>
      <p:grpSpPr>
        <a:xfrm>
          <a:off x="0" y="0"/>
          <a:ext cx="0" cy="0"/>
          <a:chOff x="0" y="0"/>
          <a:chExt cx="0" cy="0"/>
        </a:xfrm>
      </p:grpSpPr>
      <p:sp>
        <p:nvSpPr>
          <p:cNvPr id="1050" name="Google Shape;1050;p72"/>
          <p:cNvSpPr/>
          <p:nvPr/>
        </p:nvSpPr>
        <p:spPr>
          <a:xfrm>
            <a:off x="827350" y="0"/>
            <a:ext cx="2611500" cy="1824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1" name="Google Shape;1051;p72"/>
          <p:cNvSpPr txBox="1"/>
          <p:nvPr>
            <p:ph type="title"/>
          </p:nvPr>
        </p:nvSpPr>
        <p:spPr>
          <a:xfrm>
            <a:off x="726225" y="1932000"/>
            <a:ext cx="3122100" cy="1279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altLang="en-GB">
                <a:solidFill>
                  <a:schemeClr val="accent1"/>
                </a:solidFill>
              </a:rPr>
              <a:t> JSON</a:t>
            </a:r>
            <a:br>
              <a:rPr lang="en-IN" altLang="en-GB">
                <a:solidFill>
                  <a:schemeClr val="accent1"/>
                </a:solidFill>
              </a:rPr>
            </a:br>
            <a:r>
              <a:rPr lang="en-GB">
                <a:solidFill>
                  <a:schemeClr val="accent1"/>
                </a:solidFill>
              </a:rPr>
              <a:t> </a:t>
            </a:r>
            <a:r>
              <a:rPr lang="en-US" altLang="en-GB"/>
              <a:t>DATA</a:t>
            </a:r>
            <a:endParaRPr lang="en-US" altLang="en-GB"/>
          </a:p>
        </p:txBody>
      </p:sp>
      <p:sp>
        <p:nvSpPr>
          <p:cNvPr id="1053" name="Google Shape;1053;p72"/>
          <p:cNvSpPr/>
          <p:nvPr/>
        </p:nvSpPr>
        <p:spPr>
          <a:xfrm>
            <a:off x="827350" y="3319500"/>
            <a:ext cx="2611500" cy="1824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pic>
        <p:nvPicPr>
          <p:cNvPr id="2" name="Picture 1" descr="json"/>
          <p:cNvPicPr>
            <a:picLocks noChangeAspect="1"/>
          </p:cNvPicPr>
          <p:nvPr/>
        </p:nvPicPr>
        <p:blipFill>
          <a:blip r:embed="rId1"/>
          <a:stretch>
            <a:fillRect/>
          </a:stretch>
        </p:blipFill>
        <p:spPr>
          <a:xfrm>
            <a:off x="3563620" y="843280"/>
            <a:ext cx="5156200" cy="37884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305" name="Shape 305"/>
        <p:cNvGrpSpPr/>
        <p:nvPr/>
      </p:nvGrpSpPr>
      <p:grpSpPr>
        <a:xfrm>
          <a:off x="0" y="0"/>
          <a:ext cx="0" cy="0"/>
          <a:chOff x="0" y="0"/>
          <a:chExt cx="0" cy="0"/>
        </a:xfrm>
      </p:grpSpPr>
      <p:sp>
        <p:nvSpPr>
          <p:cNvPr id="306" name="Google Shape;306;p39"/>
          <p:cNvSpPr txBox="1"/>
          <p:nvPr>
            <p:ph type="title"/>
          </p:nvPr>
        </p:nvSpPr>
        <p:spPr>
          <a:xfrm>
            <a:off x="726225" y="441350"/>
            <a:ext cx="7691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altLang="en-GB"/>
              <a:t>CUSTOMER</a:t>
            </a:r>
            <a:r>
              <a:rPr lang="en-GB"/>
              <a:t> </a:t>
            </a:r>
            <a:br>
              <a:rPr lang="en-GB"/>
            </a:br>
            <a:r>
              <a:rPr lang="en-US" altLang="en-GB">
                <a:solidFill>
                  <a:schemeClr val="accent1"/>
                </a:solidFill>
              </a:rPr>
              <a:t>DATA</a:t>
            </a:r>
            <a:endParaRPr lang="en-US" altLang="en-GB">
              <a:solidFill>
                <a:schemeClr val="accent1"/>
              </a:solidFill>
            </a:endParaRPr>
          </a:p>
        </p:txBody>
      </p:sp>
      <p:pic>
        <p:nvPicPr>
          <p:cNvPr id="2" name="Picture 1" descr="JSON-DESC"/>
          <p:cNvPicPr>
            <a:picLocks noChangeAspect="1"/>
          </p:cNvPicPr>
          <p:nvPr/>
        </p:nvPicPr>
        <p:blipFill>
          <a:blip r:embed="rId1"/>
          <a:stretch>
            <a:fillRect/>
          </a:stretch>
        </p:blipFill>
        <p:spPr>
          <a:xfrm>
            <a:off x="323215" y="267970"/>
            <a:ext cx="5636895" cy="4386580"/>
          </a:xfrm>
          <a:prstGeom prst="rect">
            <a:avLst/>
          </a:prstGeom>
        </p:spPr>
      </p:pic>
      <p:sp>
        <p:nvSpPr>
          <p:cNvPr id="606" name="Google Shape;606;p49"/>
          <p:cNvSpPr txBox="1"/>
          <p:nvPr>
            <p:ph type="subTitle" idx="1"/>
          </p:nvPr>
        </p:nvSpPr>
        <p:spPr>
          <a:xfrm>
            <a:off x="5652135" y="1491615"/>
            <a:ext cx="2793365" cy="2796540"/>
          </a:xfrm>
          <a:prstGeom prst="rect">
            <a:avLst/>
          </a:prstGeom>
        </p:spPr>
        <p:txBody>
          <a:bodyPr spcFirstLastPara="1" wrap="square" lIns="91425" tIns="91425" rIns="91425" bIns="91425" anchor="t" anchorCtr="0">
            <a:noAutofit/>
          </a:bodyPr>
          <a:p>
            <a:pPr marL="0" lvl="0" indent="0" algn="l" rtl="0">
              <a:spcBef>
                <a:spcPts val="0"/>
              </a:spcBef>
              <a:spcAft>
                <a:spcPts val="0"/>
              </a:spcAft>
              <a:buNone/>
            </a:pPr>
            <a:r>
              <a:rPr lang="en-IN" altLang="en-GB" sz="1600"/>
              <a:t>I combined </a:t>
            </a:r>
            <a:r>
              <a:rPr lang="en-GB" sz="1600"/>
              <a:t>44.4k JavaScript object notation file (json) files into one</a:t>
            </a:r>
            <a:endParaRPr lang="en-GB" sz="1600"/>
          </a:p>
          <a:p>
            <a:pPr marL="0" lvl="0" indent="0" algn="l" rtl="0">
              <a:spcBef>
                <a:spcPts val="0"/>
              </a:spcBef>
              <a:spcAft>
                <a:spcPts val="0"/>
              </a:spcAft>
              <a:buNone/>
            </a:pPr>
            <a:r>
              <a:rPr lang="en-GB" sz="1600"/>
              <a:t>and convert in into comma separated values (csv) for training purpose</a:t>
            </a:r>
            <a:r>
              <a:rPr lang="en-IN" altLang="en-GB" sz="1600"/>
              <a:t> and from the csv file create several sub datasets for various training purpose</a:t>
            </a:r>
            <a:endParaRPr lang="en-IN" altLang="en-GB" sz="1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811" name="Shape 811"/>
        <p:cNvGrpSpPr/>
        <p:nvPr/>
      </p:nvGrpSpPr>
      <p:grpSpPr>
        <a:xfrm>
          <a:off x="0" y="0"/>
          <a:ext cx="0" cy="0"/>
          <a:chOff x="0" y="0"/>
          <a:chExt cx="0" cy="0"/>
        </a:xfrm>
      </p:grpSpPr>
      <p:sp>
        <p:nvSpPr>
          <p:cNvPr id="812" name="Google Shape;812;p60"/>
          <p:cNvSpPr/>
          <p:nvPr/>
        </p:nvSpPr>
        <p:spPr>
          <a:xfrm>
            <a:off x="1215275" y="1300250"/>
            <a:ext cx="3291900" cy="1504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3" name="Google Shape;813;p60"/>
          <p:cNvSpPr/>
          <p:nvPr/>
        </p:nvSpPr>
        <p:spPr>
          <a:xfrm>
            <a:off x="4643810" y="1299615"/>
            <a:ext cx="3291900" cy="1504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4" name="Google Shape;814;p60"/>
          <p:cNvSpPr/>
          <p:nvPr/>
        </p:nvSpPr>
        <p:spPr>
          <a:xfrm>
            <a:off x="1215275" y="2932125"/>
            <a:ext cx="3291900" cy="1504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5" name="Google Shape;815;p60"/>
          <p:cNvSpPr/>
          <p:nvPr/>
        </p:nvSpPr>
        <p:spPr>
          <a:xfrm>
            <a:off x="4636825" y="2932125"/>
            <a:ext cx="3291900" cy="1504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6" name="Google Shape;816;p60"/>
          <p:cNvSpPr/>
          <p:nvPr/>
        </p:nvSpPr>
        <p:spPr>
          <a:xfrm>
            <a:off x="3620375" y="1916713"/>
            <a:ext cx="1902900" cy="19029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7" name="Google Shape;817;p60"/>
          <p:cNvSpPr/>
          <p:nvPr/>
        </p:nvSpPr>
        <p:spPr>
          <a:xfrm>
            <a:off x="3722038" y="2018388"/>
            <a:ext cx="1699800" cy="1699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8" name="Google Shape;818;p60"/>
          <p:cNvSpPr txBox="1"/>
          <p:nvPr>
            <p:ph type="title"/>
          </p:nvPr>
        </p:nvSpPr>
        <p:spPr>
          <a:xfrm>
            <a:off x="726225" y="441350"/>
            <a:ext cx="7691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IN" dirty="0">
                <a:sym typeface="+mn-ea"/>
              </a:rPr>
              <a:t>M</a:t>
            </a:r>
            <a:r>
              <a:rPr lang="en-US" altLang="en-IN" dirty="0">
                <a:sym typeface="+mn-ea"/>
              </a:rPr>
              <a:t>ODULES</a:t>
            </a:r>
            <a:endParaRPr lang="en-US" altLang="en-IN" dirty="0">
              <a:solidFill>
                <a:schemeClr val="accent1"/>
              </a:solidFill>
              <a:sym typeface="+mn-ea"/>
            </a:endParaRPr>
          </a:p>
        </p:txBody>
      </p:sp>
      <p:sp>
        <p:nvSpPr>
          <p:cNvPr id="819" name="Google Shape;819;p60"/>
          <p:cNvSpPr txBox="1"/>
          <p:nvPr/>
        </p:nvSpPr>
        <p:spPr>
          <a:xfrm>
            <a:off x="1188085" y="1204595"/>
            <a:ext cx="2435225" cy="41656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dirty="0" smtClean="0">
                <a:solidFill>
                  <a:schemeClr val="bg1"/>
                </a:solidFill>
                <a:sym typeface="+mn-ea"/>
              </a:rPr>
              <a:t>Data </a:t>
            </a:r>
            <a:r>
              <a:rPr lang="en-US" sz="1800" b="1" dirty="0" err="1" smtClean="0">
                <a:solidFill>
                  <a:schemeClr val="bg1"/>
                </a:solidFill>
                <a:sym typeface="+mn-ea"/>
              </a:rPr>
              <a:t>prepocessing</a:t>
            </a:r>
            <a:endParaRPr lang="en-US" sz="1800" b="1" dirty="0" err="1" smtClean="0">
              <a:solidFill>
                <a:schemeClr val="bg1"/>
              </a:solidFill>
              <a:latin typeface="Exo"/>
              <a:ea typeface="Exo"/>
              <a:cs typeface="Exo"/>
              <a:sym typeface="+mn-ea"/>
            </a:endParaRPr>
          </a:p>
        </p:txBody>
      </p:sp>
      <p:sp>
        <p:nvSpPr>
          <p:cNvPr id="820" name="Google Shape;820;p60"/>
          <p:cNvSpPr txBox="1"/>
          <p:nvPr/>
        </p:nvSpPr>
        <p:spPr>
          <a:xfrm>
            <a:off x="1304925" y="1551940"/>
            <a:ext cx="2369820" cy="111442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bg1"/>
                </a:solidFill>
                <a:sym typeface="+mn-ea"/>
              </a:rPr>
              <a:t>Data preprocessing is an iterative process for the transformation of the raw data into understandable and useable forms.</a:t>
            </a:r>
            <a:endParaRPr lang="en-US" dirty="0">
              <a:solidFill>
                <a:schemeClr val="bg1"/>
              </a:solidFill>
              <a:latin typeface="Exo"/>
              <a:ea typeface="Exo"/>
              <a:cs typeface="Exo"/>
              <a:sym typeface="+mn-ea"/>
            </a:endParaRPr>
          </a:p>
        </p:txBody>
      </p:sp>
      <p:sp>
        <p:nvSpPr>
          <p:cNvPr id="821" name="Google Shape;821;p60"/>
          <p:cNvSpPr txBox="1"/>
          <p:nvPr/>
        </p:nvSpPr>
        <p:spPr>
          <a:xfrm>
            <a:off x="1219835" y="2853690"/>
            <a:ext cx="2171700" cy="48831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dirty="0" smtClean="0">
                <a:solidFill>
                  <a:schemeClr val="bg1"/>
                </a:solidFill>
                <a:sym typeface="+mn-ea"/>
              </a:rPr>
              <a:t>Model </a:t>
            </a:r>
            <a:r>
              <a:rPr lang="en-US" sz="1800" b="1" dirty="0">
                <a:solidFill>
                  <a:schemeClr val="bg1"/>
                </a:solidFill>
                <a:sym typeface="+mn-ea"/>
              </a:rPr>
              <a:t>evaluation</a:t>
            </a:r>
            <a:endParaRPr lang="en-US" sz="1800" b="1" dirty="0">
              <a:solidFill>
                <a:schemeClr val="bg1"/>
              </a:solidFill>
              <a:latin typeface="Exo"/>
              <a:ea typeface="Exo"/>
              <a:cs typeface="Exo"/>
              <a:sym typeface="+mn-ea"/>
            </a:endParaRPr>
          </a:p>
        </p:txBody>
      </p:sp>
      <p:sp>
        <p:nvSpPr>
          <p:cNvPr id="822" name="Google Shape;822;p60"/>
          <p:cNvSpPr txBox="1"/>
          <p:nvPr/>
        </p:nvSpPr>
        <p:spPr>
          <a:xfrm>
            <a:off x="1304925" y="3226435"/>
            <a:ext cx="2573655" cy="105029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bg1"/>
                </a:solidFill>
                <a:sym typeface="+mn-ea"/>
              </a:rPr>
              <a:t>Model evaluation techniques in machine learning are helping us to find a better model among all other models in machine learning.</a:t>
            </a:r>
            <a:endParaRPr lang="en-US" dirty="0">
              <a:solidFill>
                <a:schemeClr val="bg1"/>
              </a:solidFill>
              <a:latin typeface="Exo"/>
              <a:ea typeface="Exo"/>
              <a:cs typeface="Exo"/>
              <a:sym typeface="+mn-ea"/>
            </a:endParaRPr>
          </a:p>
        </p:txBody>
      </p:sp>
      <p:sp>
        <p:nvSpPr>
          <p:cNvPr id="823" name="Google Shape;823;p60"/>
          <p:cNvSpPr txBox="1"/>
          <p:nvPr/>
        </p:nvSpPr>
        <p:spPr>
          <a:xfrm>
            <a:off x="5987685" y="1227944"/>
            <a:ext cx="1947900" cy="469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sz="1800" b="1" dirty="0">
                <a:solidFill>
                  <a:schemeClr val="bg1"/>
                </a:solidFill>
                <a:sym typeface="+mn-ea"/>
              </a:rPr>
              <a:t>Visualization</a:t>
            </a:r>
            <a:endParaRPr lang="en-US" sz="1800" b="1" dirty="0">
              <a:solidFill>
                <a:schemeClr val="bg1"/>
              </a:solidFill>
              <a:latin typeface="Exo"/>
              <a:ea typeface="Exo"/>
              <a:cs typeface="Exo"/>
              <a:sym typeface="+mn-ea"/>
            </a:endParaRPr>
          </a:p>
        </p:txBody>
      </p:sp>
      <p:sp>
        <p:nvSpPr>
          <p:cNvPr id="824" name="Google Shape;824;p60"/>
          <p:cNvSpPr txBox="1"/>
          <p:nvPr/>
        </p:nvSpPr>
        <p:spPr>
          <a:xfrm>
            <a:off x="5243830" y="1572895"/>
            <a:ext cx="2588260" cy="1374775"/>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dirty="0" smtClean="0">
                <a:solidFill>
                  <a:schemeClr val="bg1"/>
                </a:solidFill>
                <a:sym typeface="+mn-ea"/>
              </a:rPr>
              <a:t>we </a:t>
            </a:r>
            <a:r>
              <a:rPr lang="en-US" dirty="0">
                <a:solidFill>
                  <a:schemeClr val="bg1"/>
                </a:solidFill>
                <a:sym typeface="+mn-ea"/>
              </a:rPr>
              <a:t>can see how the data looks like and what kind of correlation is held by the attributes of data. </a:t>
            </a:r>
            <a:endParaRPr lang="en-US" b="1" dirty="0">
              <a:solidFill>
                <a:schemeClr val="bg1"/>
              </a:solidFill>
              <a:latin typeface="Exo"/>
              <a:ea typeface="Exo"/>
              <a:cs typeface="Exo"/>
              <a:sym typeface="Exo"/>
            </a:endParaRPr>
          </a:p>
        </p:txBody>
      </p:sp>
      <p:sp>
        <p:nvSpPr>
          <p:cNvPr id="825" name="Google Shape;825;p60"/>
          <p:cNvSpPr txBox="1"/>
          <p:nvPr/>
        </p:nvSpPr>
        <p:spPr>
          <a:xfrm>
            <a:off x="5464175" y="2860040"/>
            <a:ext cx="2471420" cy="467995"/>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sz="1800" b="1" dirty="0" smtClean="0">
                <a:solidFill>
                  <a:schemeClr val="bg1"/>
                </a:solidFill>
                <a:sym typeface="+mn-ea"/>
              </a:rPr>
              <a:t>Training the model</a:t>
            </a:r>
            <a:endParaRPr lang="en-US" sz="1800" b="1" dirty="0" smtClean="0">
              <a:solidFill>
                <a:schemeClr val="bg1"/>
              </a:solidFill>
              <a:latin typeface="Exo"/>
              <a:ea typeface="Exo"/>
              <a:cs typeface="Exo"/>
              <a:sym typeface="+mn-ea"/>
            </a:endParaRPr>
          </a:p>
        </p:txBody>
      </p:sp>
      <p:sp>
        <p:nvSpPr>
          <p:cNvPr id="826" name="Google Shape;826;p60"/>
          <p:cNvSpPr txBox="1"/>
          <p:nvPr/>
        </p:nvSpPr>
        <p:spPr>
          <a:xfrm>
            <a:off x="5243830" y="3186430"/>
            <a:ext cx="2587625" cy="116205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dirty="0">
                <a:solidFill>
                  <a:schemeClr val="bg1"/>
                </a:solidFill>
                <a:sym typeface="+mn-ea"/>
              </a:rPr>
              <a:t>The training model is used to run the input data through the algorithm to correlate the processed output against the sample output.</a:t>
            </a:r>
            <a:endParaRPr lang="en-US" dirty="0">
              <a:solidFill>
                <a:schemeClr val="bg1"/>
              </a:solidFill>
              <a:latin typeface="Exo"/>
              <a:ea typeface="Exo"/>
              <a:cs typeface="Exo"/>
              <a:sym typeface="+mn-ea"/>
            </a:endParaRPr>
          </a:p>
        </p:txBody>
      </p:sp>
      <p:grpSp>
        <p:nvGrpSpPr>
          <p:cNvPr id="25" name="Google Shape;4980;p91"/>
          <p:cNvGrpSpPr/>
          <p:nvPr/>
        </p:nvGrpSpPr>
        <p:grpSpPr>
          <a:xfrm>
            <a:off x="3879125" y="2335784"/>
            <a:ext cx="1421889" cy="1020603"/>
            <a:chOff x="5190863" y="2824811"/>
            <a:chExt cx="1544860" cy="1108869"/>
          </a:xfrm>
          <a:solidFill>
            <a:schemeClr val="bg1"/>
          </a:solidFill>
        </p:grpSpPr>
        <p:grpSp>
          <p:nvGrpSpPr>
            <p:cNvPr id="26" name="Google Shape;4981;p91"/>
            <p:cNvGrpSpPr/>
            <p:nvPr/>
          </p:nvGrpSpPr>
          <p:grpSpPr>
            <a:xfrm>
              <a:off x="5938695" y="3176919"/>
              <a:ext cx="685761" cy="404739"/>
              <a:chOff x="5938695" y="3176919"/>
              <a:chExt cx="685761" cy="404739"/>
            </a:xfrm>
            <a:grpFill/>
          </p:grpSpPr>
          <p:grpSp>
            <p:nvGrpSpPr>
              <p:cNvPr id="27" name="Google Shape;4982;p91"/>
              <p:cNvGrpSpPr/>
              <p:nvPr/>
            </p:nvGrpSpPr>
            <p:grpSpPr>
              <a:xfrm>
                <a:off x="5938695" y="3176919"/>
                <a:ext cx="685761" cy="404739"/>
                <a:chOff x="5938695" y="3176919"/>
                <a:chExt cx="685761" cy="404739"/>
              </a:xfrm>
              <a:grpFill/>
            </p:grpSpPr>
            <p:sp>
              <p:nvSpPr>
                <p:cNvPr id="28" name="Google Shape;4983;p91"/>
                <p:cNvSpPr/>
                <p:nvPr/>
              </p:nvSpPr>
              <p:spPr>
                <a:xfrm>
                  <a:off x="5938695" y="3176919"/>
                  <a:ext cx="404679" cy="404739"/>
                </a:xfrm>
                <a:custGeom>
                  <a:avLst/>
                  <a:gdLst/>
                  <a:ahLst/>
                  <a:cxnLst/>
                  <a:rect l="l" t="t" r="r" b="b"/>
                  <a:pathLst>
                    <a:path w="9649" h="9651" extrusionOk="0">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 name="Google Shape;4984;p91"/>
                <p:cNvSpPr/>
                <p:nvPr/>
              </p:nvSpPr>
              <p:spPr>
                <a:xfrm>
                  <a:off x="6256893" y="3285705"/>
                  <a:ext cx="367562" cy="187754"/>
                </a:xfrm>
                <a:custGeom>
                  <a:avLst/>
                  <a:gdLst/>
                  <a:ahLst/>
                  <a:cxnLst/>
                  <a:rect l="l" t="t" r="r" b="b"/>
                  <a:pathLst>
                    <a:path w="8764" h="4477" extrusionOk="0">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0" name="Google Shape;4985;p91"/>
              <p:cNvSpPr/>
              <p:nvPr/>
            </p:nvSpPr>
            <p:spPr>
              <a:xfrm>
                <a:off x="6044300" y="3282475"/>
                <a:ext cx="191959" cy="191990"/>
              </a:xfrm>
              <a:custGeom>
                <a:avLst/>
                <a:gdLst/>
                <a:ahLst/>
                <a:cxnLst/>
                <a:rect l="l" t="t" r="r" b="b"/>
                <a:pathLst>
                  <a:path w="4577" h="4578" extrusionOk="0">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1" name="Google Shape;4986;p91"/>
            <p:cNvGrpSpPr/>
            <p:nvPr/>
          </p:nvGrpSpPr>
          <p:grpSpPr>
            <a:xfrm>
              <a:off x="5305233" y="3176835"/>
              <a:ext cx="685971" cy="404655"/>
              <a:chOff x="5305233" y="3176835"/>
              <a:chExt cx="685971" cy="404655"/>
            </a:xfrm>
            <a:grpFill/>
          </p:grpSpPr>
          <p:grpSp>
            <p:nvGrpSpPr>
              <p:cNvPr id="32" name="Google Shape;4987;p91"/>
              <p:cNvGrpSpPr/>
              <p:nvPr/>
            </p:nvGrpSpPr>
            <p:grpSpPr>
              <a:xfrm>
                <a:off x="5305233" y="3176835"/>
                <a:ext cx="685971" cy="404655"/>
                <a:chOff x="5305233" y="3176835"/>
                <a:chExt cx="685971" cy="404655"/>
              </a:xfrm>
              <a:grpFill/>
            </p:grpSpPr>
            <p:sp>
              <p:nvSpPr>
                <p:cNvPr id="33" name="Google Shape;4988;p91"/>
                <p:cNvSpPr/>
                <p:nvPr/>
              </p:nvSpPr>
              <p:spPr>
                <a:xfrm>
                  <a:off x="5586650" y="3176835"/>
                  <a:ext cx="404553" cy="404655"/>
                </a:xfrm>
                <a:custGeom>
                  <a:avLst/>
                  <a:gdLst/>
                  <a:ahLst/>
                  <a:cxnLst/>
                  <a:rect l="l" t="t" r="r" b="b"/>
                  <a:pathLst>
                    <a:path w="9646" h="9649" extrusionOk="0">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4989;p91"/>
                <p:cNvSpPr/>
                <p:nvPr/>
              </p:nvSpPr>
              <p:spPr>
                <a:xfrm>
                  <a:off x="5305233" y="3285914"/>
                  <a:ext cx="367352" cy="187796"/>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5" name="Google Shape;4990;p91"/>
              <p:cNvSpPr/>
              <p:nvPr/>
            </p:nvSpPr>
            <p:spPr>
              <a:xfrm>
                <a:off x="5694436" y="3282475"/>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6" name="Google Shape;4991;p91"/>
            <p:cNvSpPr/>
            <p:nvPr/>
          </p:nvSpPr>
          <p:spPr>
            <a:xfrm>
              <a:off x="6103938" y="3114683"/>
              <a:ext cx="40933" cy="7549"/>
            </a:xfrm>
            <a:custGeom>
              <a:avLst/>
              <a:gdLst/>
              <a:ahLst/>
              <a:cxnLst/>
              <a:rect l="l" t="t" r="r" b="b"/>
              <a:pathLst>
                <a:path w="976" h="180" extrusionOk="0">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7" name="Google Shape;4992;p91"/>
            <p:cNvGrpSpPr/>
            <p:nvPr/>
          </p:nvGrpSpPr>
          <p:grpSpPr>
            <a:xfrm>
              <a:off x="5657361" y="2824811"/>
              <a:ext cx="1078361" cy="404655"/>
              <a:chOff x="5657361" y="2824811"/>
              <a:chExt cx="1078361" cy="404655"/>
            </a:xfrm>
            <a:grpFill/>
          </p:grpSpPr>
          <p:grpSp>
            <p:nvGrpSpPr>
              <p:cNvPr id="38" name="Google Shape;4993;p91"/>
              <p:cNvGrpSpPr/>
              <p:nvPr/>
            </p:nvGrpSpPr>
            <p:grpSpPr>
              <a:xfrm>
                <a:off x="5657361" y="2824811"/>
                <a:ext cx="1078361" cy="404655"/>
                <a:chOff x="5657361" y="2824811"/>
                <a:chExt cx="1078361" cy="404655"/>
              </a:xfrm>
              <a:grpFill/>
            </p:grpSpPr>
            <p:grpSp>
              <p:nvGrpSpPr>
                <p:cNvPr id="39" name="Google Shape;4994;p91"/>
                <p:cNvGrpSpPr/>
                <p:nvPr/>
              </p:nvGrpSpPr>
              <p:grpSpPr>
                <a:xfrm>
                  <a:off x="5938485" y="2824811"/>
                  <a:ext cx="797237" cy="404655"/>
                  <a:chOff x="5938485" y="2824811"/>
                  <a:chExt cx="797237" cy="404655"/>
                </a:xfrm>
                <a:grpFill/>
              </p:grpSpPr>
              <p:sp>
                <p:nvSpPr>
                  <p:cNvPr id="40" name="Google Shape;4995;p91"/>
                  <p:cNvSpPr/>
                  <p:nvPr/>
                </p:nvSpPr>
                <p:spPr>
                  <a:xfrm>
                    <a:off x="6137952" y="2824811"/>
                    <a:ext cx="597771" cy="301698"/>
                  </a:xfrm>
                  <a:custGeom>
                    <a:avLst/>
                    <a:gdLst/>
                    <a:ahLst/>
                    <a:cxnLst/>
                    <a:rect l="l" t="t" r="r" b="b"/>
                    <a:pathLst>
                      <a:path w="14253" h="7194" extrusionOk="0">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 name="Google Shape;4996;p91"/>
                  <p:cNvSpPr/>
                  <p:nvPr/>
                </p:nvSpPr>
                <p:spPr>
                  <a:xfrm>
                    <a:off x="5938485" y="2824811"/>
                    <a:ext cx="202151" cy="404655"/>
                  </a:xfrm>
                  <a:custGeom>
                    <a:avLst/>
                    <a:gdLst/>
                    <a:ahLst/>
                    <a:cxnLst/>
                    <a:rect l="l" t="t" r="r" b="b"/>
                    <a:pathLst>
                      <a:path w="4820" h="9649" extrusionOk="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2" name="Google Shape;4997;p91"/>
                <p:cNvSpPr/>
                <p:nvPr/>
              </p:nvSpPr>
              <p:spPr>
                <a:xfrm>
                  <a:off x="5657361" y="2934478"/>
                  <a:ext cx="367688" cy="187838"/>
                </a:xfrm>
                <a:custGeom>
                  <a:avLst/>
                  <a:gdLst/>
                  <a:ahLst/>
                  <a:cxnLst/>
                  <a:rect l="l" t="t" r="r" b="b"/>
                  <a:pathLst>
                    <a:path w="8767" h="4479" extrusionOk="0">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3" name="Google Shape;4998;p91"/>
              <p:cNvSpPr/>
              <p:nvPr/>
            </p:nvSpPr>
            <p:spPr>
              <a:xfrm>
                <a:off x="6047361" y="2932675"/>
                <a:ext cx="192001" cy="191990"/>
              </a:xfrm>
              <a:custGeom>
                <a:avLst/>
                <a:gdLst/>
                <a:ahLst/>
                <a:cxnLst/>
                <a:rect l="l" t="t" r="r" b="b"/>
                <a:pathLst>
                  <a:path w="4578" h="4578" extrusionOk="0">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4" name="Google Shape;4999;p91"/>
            <p:cNvGrpSpPr/>
            <p:nvPr/>
          </p:nvGrpSpPr>
          <p:grpSpPr>
            <a:xfrm>
              <a:off x="5190863" y="3528942"/>
              <a:ext cx="1078026" cy="404739"/>
              <a:chOff x="5190863" y="3528942"/>
              <a:chExt cx="1078026" cy="404739"/>
            </a:xfrm>
            <a:grpFill/>
          </p:grpSpPr>
          <p:sp>
            <p:nvSpPr>
              <p:cNvPr id="45" name="Google Shape;5000;p91"/>
              <p:cNvSpPr/>
              <p:nvPr/>
            </p:nvSpPr>
            <p:spPr>
              <a:xfrm>
                <a:off x="5694436" y="3635379"/>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6" name="Google Shape;5001;p91"/>
              <p:cNvGrpSpPr/>
              <p:nvPr/>
            </p:nvGrpSpPr>
            <p:grpSpPr>
              <a:xfrm>
                <a:off x="5190863" y="3528942"/>
                <a:ext cx="1078026" cy="404739"/>
                <a:chOff x="5190863" y="3528942"/>
                <a:chExt cx="1078026" cy="404739"/>
              </a:xfrm>
              <a:grpFill/>
            </p:grpSpPr>
            <p:sp>
              <p:nvSpPr>
                <p:cNvPr id="47" name="Google Shape;5002;p91"/>
                <p:cNvSpPr/>
                <p:nvPr/>
              </p:nvSpPr>
              <p:spPr>
                <a:xfrm>
                  <a:off x="5190863" y="3528942"/>
                  <a:ext cx="800551" cy="404739"/>
                </a:xfrm>
                <a:custGeom>
                  <a:avLst/>
                  <a:gdLst/>
                  <a:ahLst/>
                  <a:cxnLst/>
                  <a:rect l="l" t="t" r="r" b="b"/>
                  <a:pathLst>
                    <a:path w="19088" h="9651" extrusionOk="0">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 name="Google Shape;5003;p91"/>
                <p:cNvSpPr/>
                <p:nvPr/>
              </p:nvSpPr>
              <p:spPr>
                <a:xfrm>
                  <a:off x="5905730" y="3637351"/>
                  <a:ext cx="363158" cy="187796"/>
                </a:xfrm>
                <a:custGeom>
                  <a:avLst/>
                  <a:gdLst/>
                  <a:ahLst/>
                  <a:cxnLst/>
                  <a:rect l="l" t="t" r="r" b="b"/>
                  <a:pathLst>
                    <a:path w="8659" h="4478" extrusionOk="0">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64" name="Shape 364"/>
        <p:cNvGrpSpPr/>
        <p:nvPr/>
      </p:nvGrpSpPr>
      <p:grpSpPr>
        <a:xfrm>
          <a:off x="0" y="0"/>
          <a:ext cx="0" cy="0"/>
          <a:chOff x="0" y="0"/>
          <a:chExt cx="0" cy="0"/>
        </a:xfrm>
      </p:grpSpPr>
      <p:sp>
        <p:nvSpPr>
          <p:cNvPr id="365" name="Google Shape;365;p41"/>
          <p:cNvSpPr txBox="1"/>
          <p:nvPr>
            <p:ph type="title"/>
          </p:nvPr>
        </p:nvSpPr>
        <p:spPr>
          <a:xfrm>
            <a:off x="726225" y="2037600"/>
            <a:ext cx="2456100" cy="1068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panose="020B0604020202020204"/>
              <a:buNone/>
            </a:pPr>
            <a:r>
              <a:rPr lang="en-US" altLang="en-GB"/>
              <a:t>TECH</a:t>
            </a:r>
            <a:r>
              <a:rPr lang="en-GB"/>
              <a:t> </a:t>
            </a:r>
            <a:r>
              <a:rPr lang="en-GB">
                <a:solidFill>
                  <a:schemeClr val="accent1"/>
                </a:solidFill>
              </a:rPr>
              <a:t>S</a:t>
            </a:r>
            <a:r>
              <a:rPr lang="en-US" altLang="en-GB">
                <a:solidFill>
                  <a:schemeClr val="accent1"/>
                </a:solidFill>
              </a:rPr>
              <a:t>TACK</a:t>
            </a:r>
            <a:endParaRPr lang="en-US" altLang="en-GB">
              <a:solidFill>
                <a:schemeClr val="accent1"/>
              </a:solidFill>
            </a:endParaRPr>
          </a:p>
        </p:txBody>
      </p:sp>
      <p:sp>
        <p:nvSpPr>
          <p:cNvPr id="366" name="Google Shape;366;p41"/>
          <p:cNvSpPr txBox="1"/>
          <p:nvPr>
            <p:ph type="subTitle" idx="2"/>
          </p:nvPr>
        </p:nvSpPr>
        <p:spPr>
          <a:xfrm>
            <a:off x="3551555" y="2827655"/>
            <a:ext cx="1981835" cy="131445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Cosine similarity is a metric that measures the cosine of the angle between two vectors </a:t>
            </a:r>
            <a:endParaRPr lang="en-GB"/>
          </a:p>
        </p:txBody>
      </p:sp>
      <p:sp>
        <p:nvSpPr>
          <p:cNvPr id="367" name="Google Shape;367;p41"/>
          <p:cNvSpPr txBox="1"/>
          <p:nvPr>
            <p:ph type="subTitle" idx="1"/>
          </p:nvPr>
        </p:nvSpPr>
        <p:spPr>
          <a:xfrm>
            <a:off x="3502660" y="2469515"/>
            <a:ext cx="1997710" cy="39687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GB"/>
              <a:t>Cosine similarity</a:t>
            </a:r>
            <a:endParaRPr lang="en-US" altLang="en-GB"/>
          </a:p>
        </p:txBody>
      </p:sp>
      <p:sp>
        <p:nvSpPr>
          <p:cNvPr id="368" name="Google Shape;368;p41"/>
          <p:cNvSpPr txBox="1"/>
          <p:nvPr>
            <p:ph type="subTitle" idx="3"/>
          </p:nvPr>
        </p:nvSpPr>
        <p:spPr>
          <a:xfrm>
            <a:off x="3609750" y="756565"/>
            <a:ext cx="18906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t>Tensor</a:t>
            </a:r>
            <a:r>
              <a:rPr lang="en-IN" altLang="en-GB"/>
              <a:t>Flow</a:t>
            </a:r>
            <a:endParaRPr lang="en-IN" altLang="en-GB"/>
          </a:p>
        </p:txBody>
      </p:sp>
      <p:sp>
        <p:nvSpPr>
          <p:cNvPr id="369" name="Google Shape;369;p41"/>
          <p:cNvSpPr txBox="1"/>
          <p:nvPr>
            <p:ph type="subTitle" idx="4"/>
          </p:nvPr>
        </p:nvSpPr>
        <p:spPr>
          <a:xfrm>
            <a:off x="3609975" y="1114425"/>
            <a:ext cx="1974215" cy="98552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altLang="en-GB"/>
              <a:t>TensorFlow</a:t>
            </a:r>
            <a:r>
              <a:rPr lang="en-GB"/>
              <a:t> i</a:t>
            </a:r>
            <a:r>
              <a:rPr lang="en-IN" altLang="en-GB"/>
              <a:t>s used in deep learning recommendation</a:t>
            </a:r>
            <a:r>
              <a:rPr lang="en-GB"/>
              <a:t> </a:t>
            </a:r>
            <a:endParaRPr lang="en-GB"/>
          </a:p>
        </p:txBody>
      </p:sp>
      <p:pic>
        <p:nvPicPr>
          <p:cNvPr id="370" name="Google Shape;370;p41" descr="/home/mac/Downloads/crop.jpgcrop"/>
          <p:cNvPicPr preferRelativeResize="0"/>
          <p:nvPr/>
        </p:nvPicPr>
        <p:blipFill rotWithShape="1">
          <a:blip r:embed="rId1"/>
          <a:srcRect/>
          <a:stretch>
            <a:fillRect/>
          </a:stretch>
        </p:blipFill>
        <p:spPr>
          <a:xfrm>
            <a:off x="6191250" y="0"/>
            <a:ext cx="2627630" cy="5142865"/>
          </a:xfrm>
          <a:prstGeom prst="rect">
            <a:avLst/>
          </a:prstGeom>
          <a:noFill/>
          <a:ln>
            <a:noFill/>
          </a:ln>
        </p:spPr>
      </p:pic>
      <p:cxnSp>
        <p:nvCxnSpPr>
          <p:cNvPr id="371" name="Google Shape;371;p41"/>
          <p:cNvCxnSpPr/>
          <p:nvPr/>
        </p:nvCxnSpPr>
        <p:spPr>
          <a:xfrm>
            <a:off x="3416500" y="721500"/>
            <a:ext cx="0" cy="3700500"/>
          </a:xfrm>
          <a:prstGeom prst="straightConnector1">
            <a:avLst/>
          </a:prstGeom>
          <a:noFill/>
          <a:ln w="9525" cap="flat" cmpd="sng">
            <a:solidFill>
              <a:schemeClr val="dk1"/>
            </a:solidFill>
            <a:prstDash val="solid"/>
            <a:round/>
            <a:headEnd type="none" w="med" len="med"/>
            <a:tailEnd type="none" w="med" len="med"/>
          </a:ln>
        </p:spPr>
      </p:cxnSp>
      <p:cxnSp>
        <p:nvCxnSpPr>
          <p:cNvPr id="372" name="Google Shape;372;p41"/>
          <p:cNvCxnSpPr/>
          <p:nvPr/>
        </p:nvCxnSpPr>
        <p:spPr>
          <a:xfrm>
            <a:off x="5690550" y="721500"/>
            <a:ext cx="0" cy="37005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709" name="Shape 709"/>
        <p:cNvGrpSpPr/>
        <p:nvPr/>
      </p:nvGrpSpPr>
      <p:grpSpPr>
        <a:xfrm>
          <a:off x="0" y="0"/>
          <a:ext cx="0" cy="0"/>
          <a:chOff x="0" y="0"/>
          <a:chExt cx="0" cy="0"/>
        </a:xfrm>
      </p:grpSpPr>
      <p:sp>
        <p:nvSpPr>
          <p:cNvPr id="710" name="Google Shape;710;p56"/>
          <p:cNvSpPr txBox="1"/>
          <p:nvPr>
            <p:ph type="title"/>
          </p:nvPr>
        </p:nvSpPr>
        <p:spPr>
          <a:xfrm>
            <a:off x="613535" y="2142900"/>
            <a:ext cx="2674500" cy="85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solidFill>
                  <a:schemeClr val="accent1"/>
                </a:solidFill>
              </a:rPr>
              <a:t>ALGORITHM</a:t>
            </a:r>
            <a:endParaRPr lang="en-US">
              <a:solidFill>
                <a:schemeClr val="accent1"/>
              </a:solidFill>
            </a:endParaRPr>
          </a:p>
        </p:txBody>
      </p:sp>
      <p:sp>
        <p:nvSpPr>
          <p:cNvPr id="718" name="Google Shape;718;p56"/>
          <p:cNvSpPr txBox="1"/>
          <p:nvPr>
            <p:ph type="subTitle" idx="8"/>
          </p:nvPr>
        </p:nvSpPr>
        <p:spPr>
          <a:xfrm>
            <a:off x="3796030" y="329565"/>
            <a:ext cx="4972050" cy="4676775"/>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sz="1400">
                <a:solidFill>
                  <a:schemeClr val="dk1"/>
                </a:solidFill>
              </a:rPr>
              <a:t>A commonly used approach to match similar documents is based on</a:t>
            </a:r>
            <a:r>
              <a:rPr lang="en-IN" sz="1400">
                <a:solidFill>
                  <a:schemeClr val="dk1"/>
                </a:solidFill>
              </a:rPr>
              <a:t> </a:t>
            </a:r>
            <a:r>
              <a:rPr sz="1400">
                <a:solidFill>
                  <a:schemeClr val="dk1"/>
                </a:solidFill>
              </a:rPr>
              <a:t>counting the maximum number of common words between the documents,But</a:t>
            </a:r>
            <a:r>
              <a:rPr lang="en-IN" sz="1400">
                <a:solidFill>
                  <a:schemeClr val="dk1"/>
                </a:solidFill>
              </a:rPr>
              <a:t> </a:t>
            </a:r>
            <a:r>
              <a:rPr sz="1400">
                <a:solidFill>
                  <a:schemeClr val="dk1"/>
                </a:solidFill>
              </a:rPr>
              <a:t>this approach has an inherent flaw.</a:t>
            </a:r>
            <a:r>
              <a:rPr lang="en-IN" sz="1400">
                <a:solidFill>
                  <a:schemeClr val="dk1"/>
                </a:solidFill>
              </a:rPr>
              <a:t> </a:t>
            </a:r>
            <a:r>
              <a:rPr sz="1400">
                <a:solidFill>
                  <a:schemeClr val="dk1"/>
                </a:solidFill>
              </a:rPr>
              <a:t>That is, as the size of the document increases, the number of common words tend to increase even if the documents talk about different topics.</a:t>
            </a:r>
            <a:endParaRPr sz="1400">
              <a:solidFill>
                <a:schemeClr val="dk1"/>
              </a:solidFill>
            </a:endParaRPr>
          </a:p>
          <a:p>
            <a:pPr marL="0" lvl="0" indent="0" algn="just" rtl="0">
              <a:spcBef>
                <a:spcPts val="0"/>
              </a:spcBef>
              <a:spcAft>
                <a:spcPts val="0"/>
              </a:spcAft>
              <a:buNone/>
            </a:pPr>
            <a:r>
              <a:rPr sz="1400">
                <a:solidFill>
                  <a:schemeClr val="dk1"/>
                </a:solidFill>
              </a:rPr>
              <a:t>The cosine similarity helps overcome this fundamental flaw in the ‘count-the</a:t>
            </a:r>
            <a:r>
              <a:rPr lang="en-IN" sz="1400">
                <a:solidFill>
                  <a:schemeClr val="dk1"/>
                </a:solidFill>
              </a:rPr>
              <a:t> </a:t>
            </a:r>
            <a:r>
              <a:rPr sz="1400">
                <a:solidFill>
                  <a:schemeClr val="dk1"/>
                </a:solidFill>
              </a:rPr>
              <a:t>common-words’ or Euclidean distance approach.</a:t>
            </a:r>
            <a:endParaRPr sz="1400">
              <a:solidFill>
                <a:schemeClr val="dk1"/>
              </a:solidFill>
            </a:endParaRPr>
          </a:p>
          <a:p>
            <a:pPr marL="0" lvl="0" indent="0" algn="just" rtl="0">
              <a:spcBef>
                <a:spcPts val="0"/>
              </a:spcBef>
              <a:spcAft>
                <a:spcPts val="0"/>
              </a:spcAft>
              <a:buNone/>
            </a:pPr>
            <a:endParaRPr sz="1400">
              <a:solidFill>
                <a:schemeClr val="dk1"/>
              </a:solidFill>
            </a:endParaRPr>
          </a:p>
          <a:p>
            <a:pPr marL="0" lvl="0" indent="0" algn="just" rtl="0">
              <a:spcBef>
                <a:spcPts val="0"/>
              </a:spcBef>
              <a:spcAft>
                <a:spcPts val="0"/>
              </a:spcAft>
              <a:buNone/>
            </a:pPr>
            <a:r>
              <a:rPr lang="en-IN" sz="1400">
                <a:solidFill>
                  <a:schemeClr val="dk1"/>
                </a:solidFill>
              </a:rPr>
              <a:t>	</a:t>
            </a:r>
            <a:r>
              <a:rPr b="1">
                <a:solidFill>
                  <a:schemeClr val="dk1"/>
                </a:solidFill>
              </a:rPr>
              <a:t>Cosine similarity</a:t>
            </a:r>
            <a:r>
              <a:rPr sz="1400">
                <a:solidFill>
                  <a:schemeClr val="dk1"/>
                </a:solidFill>
              </a:rPr>
              <a:t> is a metric used to measure how similar the documents</a:t>
            </a:r>
            <a:r>
              <a:rPr lang="en-IN" sz="1400">
                <a:solidFill>
                  <a:schemeClr val="dk1"/>
                </a:solidFill>
              </a:rPr>
              <a:t> </a:t>
            </a:r>
            <a:r>
              <a:rPr sz="1400">
                <a:solidFill>
                  <a:schemeClr val="dk1"/>
                </a:solidFill>
              </a:rPr>
              <a:t>are irrespective of their size. Mathematically, it measures the cosine of the angle</a:t>
            </a:r>
            <a:r>
              <a:rPr lang="en-IN" sz="1400">
                <a:solidFill>
                  <a:schemeClr val="dk1"/>
                </a:solidFill>
              </a:rPr>
              <a:t> </a:t>
            </a:r>
            <a:r>
              <a:rPr sz="1400">
                <a:solidFill>
                  <a:schemeClr val="dk1"/>
                </a:solidFill>
              </a:rPr>
              <a:t>between two vectors projected in a multi-dimensional space.</a:t>
            </a:r>
            <a:r>
              <a:rPr lang="en-IN" sz="1400">
                <a:solidFill>
                  <a:schemeClr val="dk1"/>
                </a:solidFill>
              </a:rPr>
              <a:t> </a:t>
            </a:r>
            <a:r>
              <a:rPr sz="1400">
                <a:solidFill>
                  <a:schemeClr val="dk1"/>
                </a:solidFill>
              </a:rPr>
              <a:t>The cosine similarity is advantageous because even if the two similar documents are far apart by the Euclidean distance (due to the size of the document), chances are they may still be oriented closer together. The smaller the</a:t>
            </a:r>
            <a:r>
              <a:rPr lang="en-IN" sz="1400">
                <a:solidFill>
                  <a:schemeClr val="dk1"/>
                </a:solidFill>
              </a:rPr>
              <a:t> </a:t>
            </a:r>
            <a:r>
              <a:rPr sz="1400">
                <a:solidFill>
                  <a:schemeClr val="dk1"/>
                </a:solidFill>
              </a:rPr>
              <a:t>angle, higher the cosine similarity</a:t>
            </a:r>
            <a:endParaRPr sz="14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852" name="Shape 852"/>
        <p:cNvGrpSpPr/>
        <p:nvPr/>
      </p:nvGrpSpPr>
      <p:grpSpPr>
        <a:xfrm>
          <a:off x="0" y="0"/>
          <a:ext cx="0" cy="0"/>
          <a:chOff x="0" y="0"/>
          <a:chExt cx="0" cy="0"/>
        </a:xfrm>
      </p:grpSpPr>
      <p:sp>
        <p:nvSpPr>
          <p:cNvPr id="853" name="Google Shape;853;p62"/>
          <p:cNvSpPr txBox="1"/>
          <p:nvPr>
            <p:ph type="title"/>
          </p:nvPr>
        </p:nvSpPr>
        <p:spPr>
          <a:xfrm>
            <a:off x="726225" y="441350"/>
            <a:ext cx="76914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altLang="en-GB">
                <a:solidFill>
                  <a:schemeClr val="accent1"/>
                </a:solidFill>
              </a:rPr>
              <a:t>TECH</a:t>
            </a:r>
            <a:r>
              <a:rPr lang="en-GB"/>
              <a:t> </a:t>
            </a:r>
            <a:r>
              <a:rPr lang="en-US" altLang="en-GB"/>
              <a:t>STACK</a:t>
            </a:r>
            <a:endParaRPr lang="en-US" altLang="en-GB"/>
          </a:p>
        </p:txBody>
      </p:sp>
      <p:sp>
        <p:nvSpPr>
          <p:cNvPr id="854" name="Google Shape;854;p62"/>
          <p:cNvSpPr/>
          <p:nvPr/>
        </p:nvSpPr>
        <p:spPr>
          <a:xfrm>
            <a:off x="3224142" y="1456566"/>
            <a:ext cx="1228800" cy="122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400" b="1">
                <a:solidFill>
                  <a:schemeClr val="lt1"/>
                </a:solidFill>
                <a:latin typeface="Exo"/>
                <a:ea typeface="Exo"/>
                <a:cs typeface="Exo"/>
                <a:sym typeface="Exo"/>
              </a:rPr>
              <a:t>P</a:t>
            </a:r>
            <a:endParaRPr lang="en-US" sz="3400" b="1">
              <a:solidFill>
                <a:schemeClr val="lt1"/>
              </a:solidFill>
              <a:latin typeface="Exo"/>
              <a:ea typeface="Exo"/>
              <a:cs typeface="Exo"/>
              <a:sym typeface="Exo"/>
            </a:endParaRPr>
          </a:p>
        </p:txBody>
      </p:sp>
      <p:sp>
        <p:nvSpPr>
          <p:cNvPr id="855" name="Google Shape;855;p62"/>
          <p:cNvSpPr/>
          <p:nvPr/>
        </p:nvSpPr>
        <p:spPr>
          <a:xfrm>
            <a:off x="4691076" y="1456566"/>
            <a:ext cx="1228800" cy="1228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400" b="1">
                <a:solidFill>
                  <a:schemeClr val="lt1"/>
                </a:solidFill>
                <a:latin typeface="Exo"/>
                <a:ea typeface="Exo"/>
                <a:cs typeface="Exo"/>
                <a:sym typeface="Exo"/>
              </a:rPr>
              <a:t>A</a:t>
            </a:r>
            <a:endParaRPr lang="en-US" sz="3400" b="1">
              <a:solidFill>
                <a:schemeClr val="lt1"/>
              </a:solidFill>
              <a:latin typeface="Exo"/>
              <a:ea typeface="Exo"/>
              <a:cs typeface="Exo"/>
              <a:sym typeface="Exo"/>
            </a:endParaRPr>
          </a:p>
        </p:txBody>
      </p:sp>
      <p:sp>
        <p:nvSpPr>
          <p:cNvPr id="856" name="Google Shape;856;p62"/>
          <p:cNvSpPr/>
          <p:nvPr/>
        </p:nvSpPr>
        <p:spPr>
          <a:xfrm>
            <a:off x="3224050" y="2903702"/>
            <a:ext cx="1228800" cy="1228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400" b="1">
                <a:solidFill>
                  <a:schemeClr val="lt1"/>
                </a:solidFill>
                <a:latin typeface="Exo"/>
                <a:ea typeface="Exo"/>
                <a:cs typeface="Exo"/>
                <a:sym typeface="Exo"/>
              </a:rPr>
              <a:t>T</a:t>
            </a:r>
            <a:endParaRPr lang="en-US" sz="3400" b="1">
              <a:solidFill>
                <a:schemeClr val="lt1"/>
              </a:solidFill>
              <a:latin typeface="Exo"/>
              <a:ea typeface="Exo"/>
              <a:cs typeface="Exo"/>
              <a:sym typeface="Exo"/>
            </a:endParaRPr>
          </a:p>
        </p:txBody>
      </p:sp>
      <p:sp>
        <p:nvSpPr>
          <p:cNvPr id="857" name="Google Shape;857;p62"/>
          <p:cNvSpPr/>
          <p:nvPr/>
        </p:nvSpPr>
        <p:spPr>
          <a:xfrm>
            <a:off x="4690983" y="2903702"/>
            <a:ext cx="1228800" cy="122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400" b="1">
                <a:solidFill>
                  <a:schemeClr val="lt1"/>
                </a:solidFill>
                <a:latin typeface="Exo"/>
                <a:ea typeface="Exo"/>
                <a:cs typeface="Exo"/>
                <a:sym typeface="Exo"/>
              </a:rPr>
              <a:t>R</a:t>
            </a:r>
            <a:endParaRPr lang="en-US" sz="3400" b="1">
              <a:solidFill>
                <a:schemeClr val="lt1"/>
              </a:solidFill>
              <a:latin typeface="Exo"/>
              <a:ea typeface="Exo"/>
              <a:cs typeface="Exo"/>
              <a:sym typeface="Exo"/>
            </a:endParaRPr>
          </a:p>
        </p:txBody>
      </p:sp>
      <p:sp>
        <p:nvSpPr>
          <p:cNvPr id="858" name="Google Shape;858;p62"/>
          <p:cNvSpPr txBox="1"/>
          <p:nvPr/>
        </p:nvSpPr>
        <p:spPr>
          <a:xfrm>
            <a:off x="573953" y="1422026"/>
            <a:ext cx="2147400" cy="50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sz="1800" b="1">
                <a:solidFill>
                  <a:schemeClr val="dk1"/>
                </a:solidFill>
                <a:latin typeface="Exo"/>
                <a:ea typeface="Exo"/>
                <a:cs typeface="Exo"/>
                <a:sym typeface="Exo"/>
              </a:rPr>
              <a:t>PYTHON</a:t>
            </a:r>
            <a:endParaRPr lang="en-US" sz="1800" b="1">
              <a:solidFill>
                <a:schemeClr val="dk1"/>
              </a:solidFill>
              <a:latin typeface="Exo"/>
              <a:ea typeface="Exo"/>
              <a:cs typeface="Exo"/>
              <a:sym typeface="Exo"/>
            </a:endParaRPr>
          </a:p>
        </p:txBody>
      </p:sp>
      <p:sp>
        <p:nvSpPr>
          <p:cNvPr id="859" name="Google Shape;859;p62"/>
          <p:cNvSpPr txBox="1"/>
          <p:nvPr/>
        </p:nvSpPr>
        <p:spPr>
          <a:xfrm>
            <a:off x="350520" y="1751965"/>
            <a:ext cx="2371090" cy="85407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1"/>
                </a:solidFill>
                <a:latin typeface="Exo"/>
                <a:ea typeface="Exo"/>
                <a:cs typeface="Exo"/>
                <a:sym typeface="Exo"/>
              </a:rPr>
              <a:t>Python is a high-level, interpreted, general-purpose programming language.</a:t>
            </a:r>
            <a:endParaRPr lang="en-GB" sz="1600">
              <a:solidFill>
                <a:schemeClr val="dk1"/>
              </a:solidFill>
              <a:latin typeface="Exo"/>
              <a:ea typeface="Exo"/>
              <a:cs typeface="Exo"/>
              <a:sym typeface="Exo"/>
            </a:endParaRPr>
          </a:p>
        </p:txBody>
      </p:sp>
      <p:sp>
        <p:nvSpPr>
          <p:cNvPr id="860" name="Google Shape;860;p62"/>
          <p:cNvSpPr txBox="1"/>
          <p:nvPr/>
        </p:nvSpPr>
        <p:spPr>
          <a:xfrm>
            <a:off x="574027" y="2983093"/>
            <a:ext cx="2147400" cy="499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sz="1800" b="1">
                <a:solidFill>
                  <a:schemeClr val="dk1"/>
                </a:solidFill>
                <a:latin typeface="Exo"/>
                <a:ea typeface="Exo"/>
                <a:cs typeface="Exo"/>
                <a:sym typeface="Exo"/>
              </a:rPr>
              <a:t>TENSOR</a:t>
            </a:r>
            <a:r>
              <a:rPr lang="en-IN" altLang="en-US" sz="1800" b="1">
                <a:solidFill>
                  <a:schemeClr val="dk1"/>
                </a:solidFill>
                <a:latin typeface="Exo"/>
                <a:ea typeface="Exo"/>
                <a:cs typeface="Exo"/>
                <a:sym typeface="Exo"/>
              </a:rPr>
              <a:t>FLOW</a:t>
            </a:r>
            <a:endParaRPr lang="en-IN" altLang="en-US" sz="1800" b="1">
              <a:solidFill>
                <a:schemeClr val="dk1"/>
              </a:solidFill>
              <a:latin typeface="Exo"/>
              <a:ea typeface="Exo"/>
              <a:cs typeface="Exo"/>
              <a:sym typeface="Exo"/>
            </a:endParaRPr>
          </a:p>
        </p:txBody>
      </p:sp>
      <p:sp>
        <p:nvSpPr>
          <p:cNvPr id="861" name="Google Shape;861;p62"/>
          <p:cNvSpPr txBox="1"/>
          <p:nvPr/>
        </p:nvSpPr>
        <p:spPr>
          <a:xfrm>
            <a:off x="445135" y="3313430"/>
            <a:ext cx="2491105" cy="87947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IN" sz="1600">
                <a:solidFill>
                  <a:schemeClr val="dk1"/>
                </a:solidFill>
                <a:latin typeface="Exo"/>
                <a:ea typeface="Exo"/>
                <a:cs typeface="Exo"/>
                <a:sym typeface="Exo"/>
              </a:rPr>
              <a:t>An </a:t>
            </a:r>
            <a:r>
              <a:rPr sz="1600">
                <a:solidFill>
                  <a:schemeClr val="dk1"/>
                </a:solidFill>
                <a:latin typeface="Exo"/>
                <a:ea typeface="Exo"/>
                <a:cs typeface="Exo"/>
                <a:sym typeface="Exo"/>
              </a:rPr>
              <a:t>open-source</a:t>
            </a:r>
            <a:r>
              <a:rPr lang="en-IN" sz="1600">
                <a:solidFill>
                  <a:schemeClr val="dk1"/>
                </a:solidFill>
                <a:latin typeface="Exo"/>
                <a:ea typeface="Exo"/>
                <a:cs typeface="Exo"/>
                <a:sym typeface="Exo"/>
              </a:rPr>
              <a:t> </a:t>
            </a:r>
            <a:r>
              <a:rPr sz="1600">
                <a:solidFill>
                  <a:schemeClr val="dk1"/>
                </a:solidFill>
                <a:latin typeface="Exo"/>
                <a:ea typeface="Exo"/>
                <a:cs typeface="Exo"/>
                <a:sym typeface="Exo"/>
              </a:rPr>
              <a:t>software library for machine learning and artificial intelligence.</a:t>
            </a:r>
            <a:endParaRPr sz="1600">
              <a:solidFill>
                <a:schemeClr val="dk1"/>
              </a:solidFill>
              <a:latin typeface="Exo"/>
              <a:ea typeface="Exo"/>
              <a:cs typeface="Exo"/>
              <a:sym typeface="Exo"/>
            </a:endParaRPr>
          </a:p>
        </p:txBody>
      </p:sp>
      <p:sp>
        <p:nvSpPr>
          <p:cNvPr id="862" name="Google Shape;862;p62"/>
          <p:cNvSpPr txBox="1"/>
          <p:nvPr/>
        </p:nvSpPr>
        <p:spPr>
          <a:xfrm>
            <a:off x="6422706" y="1422026"/>
            <a:ext cx="2147400" cy="50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a:solidFill>
                  <a:schemeClr val="dk1"/>
                </a:solidFill>
                <a:latin typeface="Exo"/>
                <a:ea typeface="Exo"/>
                <a:cs typeface="Exo"/>
                <a:sym typeface="Exo"/>
              </a:rPr>
              <a:t>AWS</a:t>
            </a:r>
            <a:endParaRPr lang="en-US" sz="1800" b="1">
              <a:solidFill>
                <a:schemeClr val="dk1"/>
              </a:solidFill>
              <a:latin typeface="Exo"/>
              <a:ea typeface="Exo"/>
              <a:cs typeface="Exo"/>
              <a:sym typeface="Exo"/>
            </a:endParaRPr>
          </a:p>
        </p:txBody>
      </p:sp>
      <p:sp>
        <p:nvSpPr>
          <p:cNvPr id="863" name="Google Shape;863;p62"/>
          <p:cNvSpPr txBox="1"/>
          <p:nvPr/>
        </p:nvSpPr>
        <p:spPr>
          <a:xfrm>
            <a:off x="6373495" y="1751965"/>
            <a:ext cx="2604770" cy="132397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sz="1600">
                <a:solidFill>
                  <a:schemeClr val="dk1"/>
                </a:solidFill>
                <a:latin typeface="Exo"/>
                <a:ea typeface="Exo"/>
                <a:cs typeface="Exo"/>
                <a:sym typeface="Exo"/>
              </a:rPr>
              <a:t>Amazon Web Services</a:t>
            </a:r>
            <a:r>
              <a:rPr lang="en-US" sz="1600">
                <a:solidFill>
                  <a:schemeClr val="dk1"/>
                </a:solidFill>
                <a:latin typeface="Exo"/>
                <a:ea typeface="Exo"/>
                <a:cs typeface="Exo"/>
                <a:sym typeface="Exo"/>
              </a:rPr>
              <a:t> </a:t>
            </a:r>
            <a:r>
              <a:rPr sz="1600">
                <a:solidFill>
                  <a:schemeClr val="dk1"/>
                </a:solidFill>
                <a:latin typeface="Exo"/>
                <a:ea typeface="Exo"/>
                <a:cs typeface="Exo"/>
                <a:sym typeface="Exo"/>
              </a:rPr>
              <a:t>is a subsidiary of Amazon that provides on-demand cloud computing</a:t>
            </a:r>
            <a:r>
              <a:rPr lang="en-US" sz="1600">
                <a:solidFill>
                  <a:schemeClr val="dk1"/>
                </a:solidFill>
                <a:latin typeface="Exo"/>
                <a:ea typeface="Exo"/>
                <a:cs typeface="Exo"/>
                <a:sym typeface="Exo"/>
              </a:rPr>
              <a:t> </a:t>
            </a:r>
            <a:r>
              <a:rPr sz="1600">
                <a:solidFill>
                  <a:schemeClr val="dk1"/>
                </a:solidFill>
                <a:latin typeface="Exo"/>
                <a:ea typeface="Exo"/>
                <a:cs typeface="Exo"/>
                <a:sym typeface="Exo"/>
              </a:rPr>
              <a:t>platforms</a:t>
            </a:r>
            <a:endParaRPr sz="1600">
              <a:solidFill>
                <a:schemeClr val="dk1"/>
              </a:solidFill>
              <a:latin typeface="Exo"/>
              <a:ea typeface="Exo"/>
              <a:cs typeface="Exo"/>
              <a:sym typeface="Exo"/>
            </a:endParaRPr>
          </a:p>
        </p:txBody>
      </p:sp>
      <p:sp>
        <p:nvSpPr>
          <p:cNvPr id="864" name="Google Shape;864;p62"/>
          <p:cNvSpPr txBox="1"/>
          <p:nvPr/>
        </p:nvSpPr>
        <p:spPr>
          <a:xfrm>
            <a:off x="6422706" y="2983090"/>
            <a:ext cx="2147400" cy="49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a:solidFill>
                  <a:schemeClr val="dk1"/>
                </a:solidFill>
                <a:latin typeface="Exo"/>
                <a:ea typeface="Exo"/>
                <a:cs typeface="Exo"/>
                <a:sym typeface="Exo"/>
              </a:rPr>
              <a:t>REACT</a:t>
            </a:r>
            <a:endParaRPr lang="en-US" sz="1800" b="1">
              <a:solidFill>
                <a:schemeClr val="dk1"/>
              </a:solidFill>
              <a:latin typeface="Exo"/>
              <a:ea typeface="Exo"/>
              <a:cs typeface="Exo"/>
              <a:sym typeface="Exo"/>
            </a:endParaRPr>
          </a:p>
        </p:txBody>
      </p:sp>
      <p:sp>
        <p:nvSpPr>
          <p:cNvPr id="865" name="Google Shape;865;p62"/>
          <p:cNvSpPr txBox="1"/>
          <p:nvPr/>
        </p:nvSpPr>
        <p:spPr>
          <a:xfrm>
            <a:off x="6422390" y="3313430"/>
            <a:ext cx="2313940" cy="85407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US" sz="1600">
                <a:solidFill>
                  <a:schemeClr val="dk1"/>
                </a:solidFill>
                <a:latin typeface="Exo"/>
                <a:ea typeface="Exo"/>
                <a:cs typeface="Exo"/>
                <a:sym typeface="Exo"/>
              </a:rPr>
              <a:t>React is a free and open-source front-end JavaScript library for building user interfaces </a:t>
            </a:r>
            <a:endParaRPr lang="en-US" sz="1600">
              <a:solidFill>
                <a:schemeClr val="dk1"/>
              </a:solidFill>
              <a:latin typeface="Exo"/>
              <a:ea typeface="Exo"/>
              <a:cs typeface="Exo"/>
              <a:sym typeface="Ex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1043305" y="1059815"/>
            <a:ext cx="7121525" cy="2306955"/>
          </a:xfrm>
          <a:prstGeom prst="rect">
            <a:avLst/>
          </a:prstGeom>
          <a:noFill/>
        </p:spPr>
        <p:txBody>
          <a:bodyPr wrap="square" rtlCol="0" anchor="t">
            <a:spAutoFit/>
          </a:bodyPr>
          <a:p>
            <a:r>
              <a:rPr lang="en-US" sz="2400" i="1">
                <a:latin typeface="Chandas" panose="02000000000000000000" charset="0"/>
                <a:cs typeface="Chandas" panose="02000000000000000000" charset="0"/>
              </a:rPr>
              <a:t>“ All in all, with trends shifting towards higher digitalization and growth of online technologies, for every retail company to keep up with the trends of the use of recommendation systems in online retail is a must. “</a:t>
            </a:r>
            <a:endParaRPr lang="en-US" sz="2400" i="1">
              <a:latin typeface="Chandas" panose="02000000000000000000" charset="0"/>
              <a:cs typeface="Chandas" panose="02000000000000000000"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Google Shape;1246;p81"/>
          <p:cNvSpPr txBox="1"/>
          <p:nvPr>
            <p:ph type="title"/>
          </p:nvPr>
        </p:nvSpPr>
        <p:spPr>
          <a:xfrm>
            <a:off x="251460" y="2427605"/>
            <a:ext cx="4846955" cy="1013460"/>
          </a:xfrm>
          <a:prstGeom prst="rect">
            <a:avLst/>
          </a:prstGeom>
        </p:spPr>
        <p:txBody>
          <a:bodyPr spcFirstLastPara="1" wrap="square" lIns="91425" tIns="91425" rIns="91425" bIns="91425" anchor="t" anchorCtr="0">
            <a:noAutofit/>
          </a:bodyPr>
          <a:p>
            <a:pPr marL="0" lvl="0" indent="0" algn="l" rtl="0">
              <a:spcBef>
                <a:spcPts val="0"/>
              </a:spcBef>
              <a:spcAft>
                <a:spcPts val="0"/>
              </a:spcAft>
              <a:buNone/>
            </a:pPr>
            <a:r>
              <a:rPr lang="en-GB" sz="7200">
                <a:solidFill>
                  <a:schemeClr val="tx1"/>
                </a:solidFill>
                <a:effectLst>
                  <a:outerShdw blurRad="38100" dist="19050" dir="2700000" algn="tl" rotWithShape="0">
                    <a:schemeClr val="dk1">
                      <a:alpha val="40000"/>
                    </a:schemeClr>
                  </a:outerShdw>
                </a:effectLst>
              </a:rPr>
              <a:t>THANKS!</a:t>
            </a:r>
            <a:endParaRPr lang="en-GB" sz="7200">
              <a:solidFill>
                <a:schemeClr val="tx1"/>
              </a:solidFill>
              <a:effectLst>
                <a:outerShdw blurRad="38100" dist="19050" dir="2700000" algn="tl" rotWithShape="0">
                  <a:schemeClr val="dk1">
                    <a:alpha val="40000"/>
                  </a:schemeClr>
                </a:outerShdw>
              </a:effectLst>
            </a:endParaRPr>
          </a:p>
        </p:txBody>
      </p:sp>
      <p:cxnSp>
        <p:nvCxnSpPr>
          <p:cNvPr id="1249" name="Google Shape;1249;p81"/>
          <p:cNvCxnSpPr/>
          <p:nvPr/>
        </p:nvCxnSpPr>
        <p:spPr>
          <a:xfrm>
            <a:off x="4686820" y="1860205"/>
            <a:ext cx="0" cy="1566600"/>
          </a:xfrm>
          <a:prstGeom prst="straightConnector1">
            <a:avLst/>
          </a:prstGeom>
          <a:noFill/>
          <a:ln w="9525" cap="flat" cmpd="sng">
            <a:solidFill>
              <a:schemeClr val="dk1"/>
            </a:solidFill>
            <a:prstDash val="solid"/>
            <a:round/>
            <a:headEnd type="none" w="med" len="med"/>
            <a:tailEnd type="none" w="med" len="med"/>
          </a:ln>
        </p:spPr>
      </p:cxnSp>
      <p:sp>
        <p:nvSpPr>
          <p:cNvPr id="1247" name="Google Shape;1247;p81"/>
          <p:cNvSpPr txBox="1"/>
          <p:nvPr>
            <p:ph type="subTitle" idx="1"/>
          </p:nvPr>
        </p:nvSpPr>
        <p:spPr>
          <a:xfrm>
            <a:off x="4860290" y="2355215"/>
            <a:ext cx="3566160" cy="587375"/>
          </a:xfrm>
          <a:prstGeom prst="rect">
            <a:avLst/>
          </a:prstGeom>
        </p:spPr>
        <p:txBody>
          <a:bodyPr spcFirstLastPara="1" wrap="square" lIns="91425" tIns="91425" rIns="91425" bIns="91425" anchor="t" anchorCtr="0">
            <a:noAutofit/>
          </a:bodyPr>
          <a:p>
            <a:pPr marL="0" lvl="0" indent="0" algn="l" rtl="0">
              <a:spcBef>
                <a:spcPts val="0"/>
              </a:spcBef>
              <a:spcAft>
                <a:spcPts val="0"/>
              </a:spcAft>
              <a:buNone/>
            </a:pPr>
            <a:r>
              <a:rPr lang="en-GB" sz="1800" b="1">
                <a:solidFill>
                  <a:schemeClr val="accent1"/>
                </a:solidFill>
              </a:rPr>
              <a:t>Do you have any questions?</a:t>
            </a:r>
            <a:r>
              <a:rPr lang="en-US" altLang="en-GB" sz="1800" b="1">
                <a:solidFill>
                  <a:schemeClr val="accent1"/>
                </a:solidFill>
              </a:rPr>
              <a:t> </a:t>
            </a:r>
            <a:r>
              <a:rPr lang="en-GB" sz="1800"/>
              <a:t>om</a:t>
            </a:r>
            <a:endParaRPr sz="1800"/>
          </a:p>
        </p:txBody>
      </p:sp>
      <p:sp>
        <p:nvSpPr>
          <p:cNvPr id="9" name="Google Shape;1247;p81"/>
          <p:cNvSpPr txBox="1"/>
          <p:nvPr/>
        </p:nvSpPr>
        <p:spPr>
          <a:xfrm>
            <a:off x="5764275" y="1652095"/>
            <a:ext cx="2860500" cy="1341000"/>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1pPr>
            <a:lvl2pPr marL="914400" marR="0" lvl="1"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2pPr>
            <a:lvl3pPr marL="1371600" marR="0" lvl="2"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3pPr>
            <a:lvl4pPr marL="1828800" marR="0" lvl="3"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4pPr>
            <a:lvl5pPr marL="2286000" marR="0" lvl="4"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5pPr>
            <a:lvl6pPr marL="2743200" marR="0" lvl="5"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6pPr>
            <a:lvl7pPr marL="3200400" marR="0" lvl="6"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7pPr>
            <a:lvl8pPr marL="3657600" marR="0" lvl="7"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8pPr>
            <a:lvl9pPr marL="4114800" marR="0" lvl="8" indent="-330200" algn="l" rtl="0">
              <a:lnSpc>
                <a:spcPct val="100000"/>
              </a:lnSpc>
              <a:spcBef>
                <a:spcPts val="0"/>
              </a:spcBef>
              <a:spcAft>
                <a:spcPts val="0"/>
              </a:spcAft>
              <a:buClr>
                <a:schemeClr val="dk1"/>
              </a:buClr>
              <a:buSzPts val="1600"/>
              <a:buFont typeface="Exo"/>
              <a:buNone/>
              <a:defRPr sz="1600" b="0" i="0" u="none" strike="noStrike" cap="none">
                <a:solidFill>
                  <a:schemeClr val="dk1"/>
                </a:solidFill>
                <a:latin typeface="Exo"/>
                <a:ea typeface="Exo"/>
                <a:cs typeface="Exo"/>
                <a:sym typeface="Exo"/>
              </a:defRPr>
            </a:lvl9pPr>
          </a:lstStyle>
          <a:p>
            <a:pPr marL="0" lvl="0" indent="0" algn="l" rtl="0">
              <a:spcBef>
                <a:spcPts val="0"/>
              </a:spcBef>
              <a:spcAft>
                <a:spcPts val="0"/>
              </a:spcAft>
              <a:buNone/>
            </a:pPr>
            <a:endParaRPr sz="1200"/>
          </a:p>
        </p:txBody>
      </p:sp>
      <p:sp>
        <p:nvSpPr>
          <p:cNvPr id="10" name="Text Box 9"/>
          <p:cNvSpPr txBox="1"/>
          <p:nvPr/>
        </p:nvSpPr>
        <p:spPr>
          <a:xfrm>
            <a:off x="6660515" y="4011295"/>
            <a:ext cx="1857375" cy="737235"/>
          </a:xfrm>
          <a:prstGeom prst="rect">
            <a:avLst/>
          </a:prstGeom>
          <a:noFill/>
        </p:spPr>
        <p:txBody>
          <a:bodyPr wrap="square" rtlCol="0" anchor="t">
            <a:spAutoFit/>
          </a:bodyPr>
          <a:p>
            <a:pPr marL="0" lvl="0" indent="0" algn="l" rtl="0">
              <a:spcBef>
                <a:spcPts val="0"/>
              </a:spcBef>
              <a:spcAft>
                <a:spcPts val="0"/>
              </a:spcAft>
              <a:buNone/>
            </a:pPr>
            <a:r>
              <a:rPr lang="en-US" altLang="en-GB">
                <a:solidFill>
                  <a:schemeClr val="tx1"/>
                </a:solidFill>
                <a:effectLst>
                  <a:outerShdw blurRad="38100" dist="19050" dir="2700000" algn="tl" rotWithShape="0">
                    <a:schemeClr val="dk1">
                      <a:alpha val="40000"/>
                    </a:schemeClr>
                  </a:outerShdw>
                </a:effectLst>
                <a:sym typeface="+mn-ea"/>
              </a:rPr>
              <a:t>Dennis Mathew</a:t>
            </a:r>
            <a:endParaRPr lang="en-US" altLang="en-GB">
              <a:solidFill>
                <a:schemeClr val="tx1"/>
              </a:solidFill>
              <a:effectLst>
                <a:outerShdw blurRad="38100" dist="19050" dir="2700000" algn="tl" rotWithShape="0">
                  <a:schemeClr val="dk1">
                    <a:alpha val="40000"/>
                  </a:schemeClr>
                </a:outerShdw>
              </a:effectLst>
            </a:endParaRPr>
          </a:p>
          <a:p>
            <a:pPr marL="0" lvl="0" indent="0" algn="l" rtl="0">
              <a:spcBef>
                <a:spcPts val="0"/>
              </a:spcBef>
              <a:spcAft>
                <a:spcPts val="0"/>
              </a:spcAft>
              <a:buNone/>
            </a:pPr>
            <a:r>
              <a:rPr lang="en-US" altLang="en-GB">
                <a:solidFill>
                  <a:schemeClr val="tx1"/>
                </a:solidFill>
                <a:effectLst>
                  <a:outerShdw blurRad="38100" dist="19050" dir="2700000" algn="tl" rotWithShape="0">
                    <a:schemeClr val="dk1">
                      <a:alpha val="40000"/>
                    </a:schemeClr>
                  </a:outerShdw>
                </a:effectLst>
                <a:sym typeface="+mn-ea"/>
              </a:rPr>
              <a:t>S4-MCA-A</a:t>
            </a:r>
            <a:endParaRPr lang="en-US" altLang="en-GB">
              <a:solidFill>
                <a:schemeClr val="tx1"/>
              </a:solidFill>
              <a:effectLst>
                <a:outerShdw blurRad="38100" dist="19050" dir="2700000" algn="tl" rotWithShape="0">
                  <a:schemeClr val="dk1">
                    <a:alpha val="40000"/>
                  </a:schemeClr>
                </a:outerShdw>
              </a:effectLst>
            </a:endParaRPr>
          </a:p>
          <a:p>
            <a:pPr marL="0" lvl="0" indent="0" algn="l" rtl="0">
              <a:spcBef>
                <a:spcPts val="0"/>
              </a:spcBef>
              <a:spcAft>
                <a:spcPts val="0"/>
              </a:spcAft>
              <a:buNone/>
            </a:pPr>
            <a:r>
              <a:rPr lang="en-US" altLang="en-GB">
                <a:solidFill>
                  <a:schemeClr val="tx1"/>
                </a:solidFill>
                <a:effectLst>
                  <a:outerShdw blurRad="38100" dist="19050" dir="2700000" algn="tl" rotWithShape="0">
                    <a:schemeClr val="dk1">
                      <a:alpha val="40000"/>
                    </a:schemeClr>
                  </a:outerShdw>
                </a:effectLst>
                <a:sym typeface="+mn-ea"/>
              </a:rPr>
              <a:t>Roll No: 42</a:t>
            </a:r>
            <a:endParaRPr lang="en-US"/>
          </a:p>
        </p:txBody>
      </p:sp>
    </p:spTree>
  </p:cSld>
  <p:clrMapOvr>
    <a:masterClrMapping/>
  </p:clrMapOvr>
</p:sld>
</file>

<file path=ppt/theme/theme1.xml><?xml version="1.0" encoding="utf-8"?>
<a:theme xmlns:a="http://schemas.openxmlformats.org/drawingml/2006/main" name=" Monorama Consulting Toolkit by Slidesgo">
  <a:themeElements>
    <a:clrScheme name="Simple Light">
      <a:dk1>
        <a:srgbClr val="000000"/>
      </a:dk1>
      <a:lt1>
        <a:srgbClr val="FFFFFF"/>
      </a:lt1>
      <a:dk2>
        <a:srgbClr val="595959"/>
      </a:dk2>
      <a:lt2>
        <a:srgbClr val="EEEEEE"/>
      </a:lt2>
      <a:accent1>
        <a:srgbClr val="5D44FF"/>
      </a:accent1>
      <a:accent2>
        <a:srgbClr val="321EB3"/>
      </a:accent2>
      <a:accent3>
        <a:srgbClr val="6C6DF9"/>
      </a:accent3>
      <a:accent4>
        <a:srgbClr val="8E9DF7"/>
      </a:accent4>
      <a:accent5>
        <a:srgbClr val="000000"/>
      </a:accent5>
      <a:accent6>
        <a:srgbClr val="6C6DF9"/>
      </a:accent6>
      <a:hlink>
        <a:srgbClr val="8E9DF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8034</Words>
  <Application>WPS Presentation</Application>
  <PresentationFormat/>
  <Paragraphs>187</Paragraphs>
  <Slides>25</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25</vt:i4>
      </vt:variant>
    </vt:vector>
  </HeadingPairs>
  <TitlesOfParts>
    <vt:vector size="40" baseType="lpstr">
      <vt:lpstr>Arial</vt:lpstr>
      <vt:lpstr>SimSun</vt:lpstr>
      <vt:lpstr>Wingdings</vt:lpstr>
      <vt:lpstr>Arial</vt:lpstr>
      <vt:lpstr>Chakra Petch</vt:lpstr>
      <vt:lpstr>Exo</vt:lpstr>
      <vt:lpstr>Exo 2</vt:lpstr>
      <vt:lpstr>Bahnschrift Light</vt:lpstr>
      <vt:lpstr>Bahnschrift SemiLight</vt:lpstr>
      <vt:lpstr>Wingdings</vt:lpstr>
      <vt:lpstr>Microsoft YaHei</vt:lpstr>
      <vt:lpstr>Arial Unicode MS</vt:lpstr>
      <vt:lpstr>Chandas</vt:lpstr>
      <vt:lpstr>Verdana</vt:lpstr>
      <vt:lpstr> Monorama Consulting Toolkit by Slidesgo</vt:lpstr>
      <vt:lpstr>RECOMMENDATION SYSTEM FOR   RETAIL CUSTOMER</vt:lpstr>
      <vt:lpstr>04</vt:lpstr>
      <vt:lpstr>INTRODUCTION</vt:lpstr>
      <vt:lpstr>A recommendation system is a tool that uses a series of algorithms, data analysis and artificial Intelligence (AI) to make recommendations online.</vt:lpstr>
      <vt:lpstr>THE BENEFITS</vt:lpstr>
      <vt:lpstr>PowerPoint 演示文稿</vt:lpstr>
      <vt:lpstr>PROPOSED SYSTEM </vt:lpstr>
      <vt:lpstr>PowerPoint 演示文稿</vt:lpstr>
      <vt:lpstr>RECOMMENDATION SYSTEM </vt:lpstr>
      <vt:lpstr>RECOMMENDATION SYSTEM</vt:lpstr>
      <vt:lpstr>PowerPoint 演示文稿</vt:lpstr>
      <vt:lpstr>PowerPoint 演示文稿</vt:lpstr>
      <vt:lpstr>HYBRID APPROACH</vt:lpstr>
      <vt:lpstr>OUR PROCESS</vt:lpstr>
      <vt:lpstr>DATASET</vt:lpstr>
      <vt:lpstr>DATASET</vt:lpstr>
      <vt:lpstr>IMAGE DATA</vt:lpstr>
      <vt:lpstr> JSON  DATA</vt:lpstr>
      <vt:lpstr>CUSTOMER  DATA</vt:lpstr>
      <vt:lpstr>MODULES</vt:lpstr>
      <vt:lpstr>TECH STACK</vt:lpstr>
      <vt:lpstr>ALGORITHM</vt:lpstr>
      <vt:lpstr>TECH STACK</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RECOMMENDATION SYSTEM FOR   RETAIL CUSTOMER</dc:title>
  <dc:creator/>
  <cp:lastModifiedBy>denni</cp:lastModifiedBy>
  <cp:revision>6</cp:revision>
  <dcterms:created xsi:type="dcterms:W3CDTF">2022-05-27T04:20:00Z</dcterms:created>
  <dcterms:modified xsi:type="dcterms:W3CDTF">2022-07-05T01:48:41Z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1033-11.2.0.10451</vt:lpwstr>
  </property>
  <property fmtid="{D5CDD505-2E9C-101B-9397-08002B2CF9AE}" pid="3" name="ICV">
    <vt:lpwstr>47D386FAC597426391E9BAAE8EBA7B88</vt:lpwstr>
  </property>
</Properties>
</file>